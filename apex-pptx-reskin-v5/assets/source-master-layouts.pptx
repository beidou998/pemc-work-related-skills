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notesMasterIdLst>
    <p:notesMasterId r:id="rId7"/>
  </p:notesMasterIdLst>
  <p:sldIdLst>
    <p:sldId id="2147483629" r:id="rId3"/>
    <p:sldId id="2147483630" r:id="rId4"/>
    <p:sldId id="2147483631" r:id="rId5"/>
    <p:sldId id="2147483632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722057-5C34-3009-E54A-28833EC0C741}" name="Congyin Wang" initials="CW" userId="S::congyin.wang@bayer.com::ec230bcb-cc20-41c4-a6b4-94f90775c5fd" providerId="AD"/>
  <p188:author id="{7FF04964-809E-ADDF-C2EA-768E195FEF4A}" name="Tina Li" initials="TL" userId="S::tina.li@bayer.com::4073a93a-45de-414f-87c9-c69caa158e6c" providerId="AD"/>
  <p188:author id="{0502CDFA-8912-800B-4AA8-0C20CB6E46CA}" name="Peng Chen" initials="PC" userId="S::peng.chen4@bayer.com::cd4cdfde-4fd6-4ef6-85a2-cb834f0055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84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9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8/10/relationships/authors" Target="author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F5A5C-EDF3-478A-A642-21380ED41E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FDB8D-FF90-4DB5-A008-4E60DD46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0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882BC216-C45A-338A-9655-401B85700E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7769"/>
          <a:stretch/>
        </p:blipFill>
        <p:spPr>
          <a:xfrm>
            <a:off x="-1" y="0"/>
            <a:ext cx="12192001" cy="632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62538-C6AE-428D-5820-E1425353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064" y="1141200"/>
            <a:ext cx="5076000" cy="5616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1BDF3-886C-A08D-08E3-908084CEE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064" y="1753200"/>
            <a:ext cx="50760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00618-0461-FC9A-D343-DBDDB0688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00029" y="1141200"/>
            <a:ext cx="5076001" cy="5616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09FEC-48A0-AE4C-A1E9-82A5E49A9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00030" y="1753200"/>
            <a:ext cx="50760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16F3DAE5-994B-4289-1694-B31370E51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64" y="190955"/>
            <a:ext cx="10312966" cy="8976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Content slide title to go here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F4E0012-F14A-E253-B5F7-FDF2F88F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065" y="6372000"/>
            <a:ext cx="10312965" cy="432000"/>
          </a:xfrm>
        </p:spPr>
        <p:txBody>
          <a:bodyPr anchor="b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Footer here</a:t>
            </a:r>
          </a:p>
        </p:txBody>
      </p:sp>
      <p:pic>
        <p:nvPicPr>
          <p:cNvPr id="9" name="Picture 8" descr="A purple letters on a black background&#10;&#10;Description automatically generated">
            <a:extLst>
              <a:ext uri="{FF2B5EF4-FFF2-40B4-BE49-F238E27FC236}">
                <a16:creationId xmlns:a16="http://schemas.microsoft.com/office/drawing/2014/main" id="{EA1558ED-C191-4B0F-9392-D7457A562E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05110" y="6464582"/>
            <a:ext cx="899566" cy="27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2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ient cas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6CA314BC-3822-2379-205E-E899F2D262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136"/>
          <a:stretch/>
        </p:blipFill>
        <p:spPr>
          <a:xfrm>
            <a:off x="-6988" y="-2589"/>
            <a:ext cx="12192001" cy="63000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56EB608-3F58-56D0-EC70-70C7A485F813}"/>
              </a:ext>
            </a:extLst>
          </p:cNvPr>
          <p:cNvSpPr/>
          <p:nvPr userDrawn="1"/>
        </p:nvSpPr>
        <p:spPr>
          <a:xfrm>
            <a:off x="0" y="0"/>
            <a:ext cx="2755901" cy="6858000"/>
          </a:xfrm>
          <a:prstGeom prst="rect">
            <a:avLst/>
          </a:prstGeom>
          <a:solidFill>
            <a:srgbClr val="180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/>
            </a:endParaRPr>
          </a:p>
        </p:txBody>
      </p:sp>
      <p:pic>
        <p:nvPicPr>
          <p:cNvPr id="19" name="Picture 18" descr="A screenshot of a cell phone&#10;&#10;Description automatically generated">
            <a:extLst>
              <a:ext uri="{FF2B5EF4-FFF2-40B4-BE49-F238E27FC236}">
                <a16:creationId xmlns:a16="http://schemas.microsoft.com/office/drawing/2014/main" id="{65D9C21E-0DDC-767B-104F-2528926F8C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200" t="1" b="1875"/>
          <a:stretch/>
        </p:blipFill>
        <p:spPr>
          <a:xfrm>
            <a:off x="115747" y="-1"/>
            <a:ext cx="2640154" cy="6729443"/>
          </a:xfrm>
          <a:prstGeom prst="rect">
            <a:avLst/>
          </a:prstGeom>
          <a:effectLst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5210AB4-AAB9-BB66-1267-39E2E132DF57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255403" y="2541527"/>
            <a:ext cx="2208946" cy="447859"/>
          </a:xfrm>
        </p:spPr>
        <p:txBody>
          <a:bodyPr anchor="b">
            <a:normAutofit/>
          </a:bodyPr>
          <a:lstStyle>
            <a:lvl1pPr marL="0" indent="0" algn="ctr">
              <a:buNone/>
              <a:defRPr sz="1400" b="1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CC9B182-7A35-4844-D924-CA646AD22A26}"/>
              </a:ext>
            </a:extLst>
          </p:cNvPr>
          <p:cNvSpPr>
            <a:spLocks noGrp="1"/>
          </p:cNvSpPr>
          <p:nvPr userDrawn="1">
            <p:ph type="body" sz="half" idx="12" hasCustomPrompt="1"/>
          </p:nvPr>
        </p:nvSpPr>
        <p:spPr>
          <a:xfrm>
            <a:off x="255403" y="3057342"/>
            <a:ext cx="2208946" cy="44785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661C223-D9D3-8751-7B3D-04488E94F9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3520" y="190955"/>
            <a:ext cx="7792510" cy="8976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Patient case study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BBC116E-E980-F87A-EA74-CF09D60B0CA9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406525" y="502920"/>
            <a:ext cx="1925195" cy="1926000"/>
          </a:xfrm>
          <a:prstGeom prst="ellipse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995397E-83A3-5C55-ABF7-BC4D031BDAB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255403" y="6372000"/>
            <a:ext cx="2208946" cy="432000"/>
          </a:xfrm>
        </p:spPr>
        <p:txBody>
          <a:bodyPr anchor="b">
            <a:normAutofit/>
          </a:bodyPr>
          <a:lstStyle>
            <a:lvl1pPr marL="0" indent="0" algn="l">
              <a:buNone/>
              <a:defRPr sz="9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>
                <a:solidFill>
                  <a:schemeClr val="bg1"/>
                </a:solidFill>
              </a:rPr>
              <a:t>Abbreviations here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F24EFB-20F3-35EC-F400-CDC3787B92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983520" y="1209775"/>
            <a:ext cx="7792510" cy="511349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First text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CC97FB-9BB9-3690-F640-A511FCFE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3520" y="6372000"/>
            <a:ext cx="7792510" cy="432000"/>
          </a:xfrm>
        </p:spPr>
        <p:txBody>
          <a:bodyPr anchor="b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Footer here</a:t>
            </a:r>
          </a:p>
        </p:txBody>
      </p:sp>
      <p:pic>
        <p:nvPicPr>
          <p:cNvPr id="4" name="Picture 3" descr="A purple letters on a black background&#10;&#10;Description automatically generated">
            <a:extLst>
              <a:ext uri="{FF2B5EF4-FFF2-40B4-BE49-F238E27FC236}">
                <a16:creationId xmlns:a16="http://schemas.microsoft.com/office/drawing/2014/main" id="{3539FAA2-9E63-CE05-E9B7-CB9E02F0EF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05110" y="6464582"/>
            <a:ext cx="899566" cy="27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15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1F446AF9-4F54-D7D5-CD2F-EC8BA1DD99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7087"/>
          <a:stretch/>
        </p:blipFill>
        <p:spPr>
          <a:xfrm>
            <a:off x="-1" y="0"/>
            <a:ext cx="12192001" cy="6372000"/>
          </a:xfrm>
          <a:prstGeom prst="rect">
            <a:avLst/>
          </a:prstGeom>
        </p:spPr>
      </p:pic>
      <p:pic>
        <p:nvPicPr>
          <p:cNvPr id="5" name="Picture 4" descr="A purple letters on a black background&#10;&#10;Description automatically generated">
            <a:extLst>
              <a:ext uri="{FF2B5EF4-FFF2-40B4-BE49-F238E27FC236}">
                <a16:creationId xmlns:a16="http://schemas.microsoft.com/office/drawing/2014/main" id="{1DE71208-23AB-B112-ECFA-9C43BDD181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05110" y="6464582"/>
            <a:ext cx="899566" cy="27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37191C3-F5AA-D5A7-964A-C2FE66389D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5669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7191C3-F5AA-D5A7-964A-C2FE66389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group of triangles on a white surface&#10;&#10;Description automatically generated">
            <a:extLst>
              <a:ext uri="{FF2B5EF4-FFF2-40B4-BE49-F238E27FC236}">
                <a16:creationId xmlns:a16="http://schemas.microsoft.com/office/drawing/2014/main" id="{2074BDE7-5C2B-4D9E-EC18-C893E9B9A0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03339F-A983-8D51-2FE1-B9D3605E5D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473" y="2722418"/>
            <a:ext cx="6414654" cy="1857810"/>
          </a:xfrm>
        </p:spPr>
        <p:txBody>
          <a:bodyPr vert="horz" anchor="b">
            <a:normAutofit/>
          </a:bodyPr>
          <a:lstStyle>
            <a:lvl1pPr algn="l">
              <a:lnSpc>
                <a:spcPct val="100000"/>
              </a:lnSpc>
              <a:defRPr sz="4400"/>
            </a:lvl1pPr>
          </a:lstStyle>
          <a:p>
            <a:r>
              <a:rPr lang="en-US"/>
              <a:t>Slide Title to go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43789-AE99-22B0-517C-1F825485E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4672304"/>
            <a:ext cx="6414654" cy="106347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E0F91E-2C58-7B1F-26A7-E0C14654B92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6473" y="6098924"/>
            <a:ext cx="514852" cy="51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3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4F00111-1E97-1DFC-4BEF-FEACE1B449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9287835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F00111-1E97-1DFC-4BEF-FEACE1B44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753EA7-D1A7-EB59-B96F-9A160D38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06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08221-15C3-6B6E-19D8-DD13327CB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06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First bullet</a:t>
            </a:r>
          </a:p>
          <a:p>
            <a:pPr lvl="1"/>
            <a:r>
              <a:rPr lang="en-US"/>
              <a:t>Second bullet</a:t>
            </a:r>
          </a:p>
          <a:p>
            <a:pPr lvl="2"/>
            <a:r>
              <a:rPr lang="en-US"/>
              <a:t>Third bullet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836D-D0FE-9C9B-C000-E3B6CE9A0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30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Avenir Next LT Pro"/>
                <a:ea typeface="Avenir Next LT Pro"/>
                <a:cs typeface="Avenir Next LT Pro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88109-AEBE-D5FD-EB86-F4B41819C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0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Avenir Next LT Pro"/>
                <a:ea typeface="Avenir Next LT Pro"/>
                <a:cs typeface="Avenir Next LT Pro"/>
              </a:defRPr>
            </a:lvl1pPr>
          </a:lstStyle>
          <a:p>
            <a:r>
              <a:rPr lang="en-US"/>
              <a:t>Footer here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17D1-BBD3-001E-E8AB-40FAF4882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0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Avenir Next LT Pro"/>
                <a:ea typeface="Avenir Next LT Pro"/>
                <a:cs typeface="Avenir Next LT Pro"/>
              </a:defRPr>
            </a:lvl1pPr>
          </a:lstStyle>
          <a:p>
            <a:fld id="{7605A100-7B4C-1148-BD4A-6E97FABA58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2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4" r:id="rId3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rgbClr val="991BC5"/>
          </a:solidFill>
          <a:latin typeface="Avenir Next LT Pro"/>
          <a:ea typeface="Avenir Next LT Pro"/>
          <a:cs typeface="Avenir Next LT Pro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991BC5"/>
        </a:buClr>
        <a:buFont typeface="Arial" panose="020B0604020202020204" pitchFamily="34" charset="0"/>
        <a:buChar char="•"/>
        <a:defRPr sz="2400" b="0" i="0" kern="1200">
          <a:solidFill>
            <a:srgbClr val="310086"/>
          </a:solidFill>
          <a:latin typeface="Avenir Next LT Pro"/>
          <a:ea typeface="Avenir Next LT Pro"/>
          <a:cs typeface="Avenir Next LT Pro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991BC5"/>
        </a:buClr>
        <a:buSzPct val="100000"/>
        <a:buFont typeface="Tahoma" panose="020B0604030504040204" pitchFamily="34" charset="0"/>
        <a:buChar char="‣"/>
        <a:defRPr sz="2000" b="0" i="0" kern="1200">
          <a:solidFill>
            <a:srgbClr val="310086"/>
          </a:solidFill>
          <a:latin typeface="Avenir Next LT Pro"/>
          <a:ea typeface="Avenir Next LT Pro"/>
          <a:cs typeface="Avenir Next LT Pro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310086"/>
        </a:buClr>
        <a:buFont typeface="Tahoma" panose="020B0604030504040204" pitchFamily="34" charset="0"/>
        <a:buChar char="‣"/>
        <a:defRPr sz="2000" b="0" i="0" kern="1200">
          <a:solidFill>
            <a:srgbClr val="310086"/>
          </a:solidFill>
          <a:latin typeface="Avenir Next LT Pro"/>
          <a:ea typeface="Avenir Next LT Pro"/>
          <a:cs typeface="Avenir Next LT Pro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10086"/>
          </a:solidFill>
          <a:latin typeface="Avenir Next LT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10086"/>
          </a:solidFill>
          <a:latin typeface="Avenir Next LT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4F00111-1E97-1DFC-4BEF-FEACE1B449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287835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F00111-1E97-1DFC-4BEF-FEACE1B44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753EA7-D1A7-EB59-B96F-9A160D38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06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08221-15C3-6B6E-19D8-DD13327CB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06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First bullet</a:t>
            </a:r>
          </a:p>
          <a:p>
            <a:pPr lvl="1"/>
            <a:r>
              <a:rPr lang="en-US"/>
              <a:t>Second bullet</a:t>
            </a:r>
          </a:p>
          <a:p>
            <a:pPr lvl="2"/>
            <a:r>
              <a:rPr lang="en-US"/>
              <a:t>Third bullet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836D-D0FE-9C9B-C000-E3B6CE9A0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30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Avenir Next LT Pro" panose="020B05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88109-AEBE-D5FD-EB86-F4B41819C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0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Avenir Next LT Pro" panose="020B05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Footer here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17D1-BBD3-001E-E8AB-40FAF4882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0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Avenir Next LT Pro" panose="020B05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605A100-7B4C-1148-BD4A-6E97FABA58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0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rgbClr val="991BC5"/>
          </a:solidFill>
          <a:latin typeface="Avenir Next LT Pro" panose="020B050402020202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991BC5"/>
        </a:buClr>
        <a:buFont typeface="Arial" panose="020B0604020202020204" pitchFamily="34" charset="0"/>
        <a:buChar char="•"/>
        <a:defRPr sz="2400" b="0" i="0" kern="1200">
          <a:solidFill>
            <a:srgbClr val="310086"/>
          </a:solidFill>
          <a:latin typeface="Avenir Next LT Pro" panose="020B050402020202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991BC5"/>
        </a:buClr>
        <a:buSzPct val="100000"/>
        <a:buFont typeface="Tahoma" panose="020B0604030504040204" pitchFamily="34" charset="0"/>
        <a:buChar char="‣"/>
        <a:defRPr sz="2000" b="0" i="0" kern="1200">
          <a:solidFill>
            <a:srgbClr val="310086"/>
          </a:solidFill>
          <a:latin typeface="Avenir Next LT Pro" panose="020B050402020202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310086"/>
        </a:buClr>
        <a:buFont typeface="Tahoma" panose="020B0604030504040204" pitchFamily="34" charset="0"/>
        <a:buChar char="‣"/>
        <a:defRPr sz="2000" b="0" i="0" kern="1200">
          <a:solidFill>
            <a:srgbClr val="310086"/>
          </a:solidFill>
          <a:latin typeface="Avenir Next LT Pro" panose="020B050402020202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10086"/>
          </a:solidFill>
          <a:latin typeface="Avenir Next" panose="020B05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10086"/>
          </a:solidFill>
          <a:latin typeface="Avenir Next" panose="020B05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 - original Title Slid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F8FB8-CB25-B68A-D67E-A93A2191C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DA591F-1BAB-5B22-8AF4-B7539C536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41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 - original 1_Content pag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895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-column - original Content_Column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31FE43-B719-ACB2-13C5-00171E793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05F87F-FB2C-73AF-BFA5-E88AD01DB1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4544E8-7939-D149-E46D-D3EC55853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392ACE3-4190-5D04-70D5-B86386F032E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098F482-C19F-540F-04ED-BECBA4E5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C900C867-309A-D4BD-A76D-B1466FBE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here</a:t>
            </a:r>
          </a:p>
        </p:txBody>
      </p:sp>
    </p:spTree>
    <p:extLst>
      <p:ext uri="{BB962C8B-B14F-4D97-AF65-F5344CB8AC3E}">
        <p14:creationId xmlns:p14="http://schemas.microsoft.com/office/powerpoint/2010/main" val="206652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- original Patient case_Option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3379289-02DE-73D9-B536-0A6F33266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9A0EAD-9E04-C06A-D6B6-D247AA67D41C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CA1E151-54ED-816C-C56B-ADDBC3FF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8E1D8B19-F3CC-B0C0-9A57-5162617739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9887D03-7B4B-DF04-156C-38DA7FB6311E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6C264B4-E4DB-4D94-4A9E-A2C69DE3D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14D7AF-541E-6EE8-DAE1-3F5C9683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here</a:t>
            </a:r>
          </a:p>
        </p:txBody>
      </p:sp>
    </p:spTree>
    <p:extLst>
      <p:ext uri="{BB962C8B-B14F-4D97-AF65-F5344CB8AC3E}">
        <p14:creationId xmlns:p14="http://schemas.microsoft.com/office/powerpoint/2010/main" val="2134134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6I7f7CM99FCuz7zpzBCS+oEAAAAAAADAAAAAAADAAAAAwADAAEA////////BQAAAAMAEAALyLmWuI2k/k6WYqgeCQVlDAQAAAABAAMAAAACAAMAAAAEAAQAAQD///////8FAAAABAAQAAt1BPz6jRbUTbXaIcrHn+WP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ojt/sIz30UK7PvOnMEJL6gNEYXRhABsAAAAETGlua2VkU2hhcGVEYXRhAAUAAAAAAAJOYW1lABkAAABMaW5rZWRTaGFwZXNEYXRhUHJvcGVydHkAEFZlcnNpb24AAQAAAAlMYXN0V3JpdGUAefGtq58BAAAAAQD/////gwCDAAAABV9pZAAQAAAABMi5lriNpP5OlmKoHgkFZQwDRGF0YQAbAAAABExpbmtlZFNoYXBlRGF0YQAFAAAAAAACTmFtZQAZAAAATGlua2VkU2hhcGVzRGF0YVByb3BlcnR5ABBWZXJzaW9uAAAAAAAJTGFzdFdyaXRlAADxraufAQAAAAIA/////8YAxgAAAAVfaWQAEAAAAAR1BPz6jRbUTbXaIcrHn+WPA0RhdGEAUwAAAAhQcmVzZW50YXRpb25TY2FubmVkRm9yTGlua2VkU2hhcGVzAAACTnVtYmVyRm9ybWF0U2VwYXJhdG9yTW9kZQAKAAAAQXV0b21hdGljAAACTmFtZQAkAAAATGlua2VkU2hhcGVQcmVzZW50YXRpb25TZXR0aW5nc0RhdGEAEFZlcnNpb24AAAAAAAlMYXN0V3JpdGUAffGtq58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tCwAAAAAAAAAAAAAgAf///////////////wAAAP////////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EEAAAAAAAFAAAAAwAFAAAAAQADAAEBAwAAAAMA////////GgAGTGlua2VkU2hhcGVzRGF0YVByb3BlcnR5XzAEAAAAAQAFAAAABAAFAAAAAgAEAAEBAwAAAAQA////////JQAGTGlua2VkU2hhcGVQcmVzZW50YXRpb25TZXR0aW5nc0RhdGFfMAQ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208885314934081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APEX 2024">
  <a:themeElements>
    <a:clrScheme name="APEX colour palette">
      <a:dk1>
        <a:srgbClr val="310086"/>
      </a:dk1>
      <a:lt1>
        <a:srgbClr val="FFFFFF"/>
      </a:lt1>
      <a:dk2>
        <a:srgbClr val="991BC5"/>
      </a:dk2>
      <a:lt2>
        <a:srgbClr val="EAEAEA"/>
      </a:lt2>
      <a:accent1>
        <a:srgbClr val="180142"/>
      </a:accent1>
      <a:accent2>
        <a:srgbClr val="5736CE"/>
      </a:accent2>
      <a:accent3>
        <a:srgbClr val="00FDFD"/>
      </a:accent3>
      <a:accent4>
        <a:srgbClr val="FA0C73"/>
      </a:accent4>
      <a:accent5>
        <a:srgbClr val="ABDF00"/>
      </a:accent5>
      <a:accent6>
        <a:srgbClr val="F5E94F"/>
      </a:accent6>
      <a:hlink>
        <a:srgbClr val="5736CE"/>
      </a:hlink>
      <a:folHlink>
        <a:srgbClr val="00FDFD"/>
      </a:folHlink>
    </a:clrScheme>
    <a:fontScheme name="APEX">
      <a:majorFont>
        <a:latin typeface="Avenir Next LT Pro"/>
        <a:ea typeface="Avenir Next LT Pro"/>
        <a:cs typeface="Avenir Next LT Pro"/>
      </a:majorFont>
      <a:minorFont>
        <a:latin typeface="Avenir Next LT Pro"/>
        <a:ea typeface="Avenir Next LT Pro"/>
        <a:cs typeface="Avenir Next LT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APEX 2024">
  <a:themeElements>
    <a:clrScheme name="APEX colour palette">
      <a:dk1>
        <a:srgbClr val="310086"/>
      </a:dk1>
      <a:lt1>
        <a:srgbClr val="FFFFFF"/>
      </a:lt1>
      <a:dk2>
        <a:srgbClr val="991BC5"/>
      </a:dk2>
      <a:lt2>
        <a:srgbClr val="EAEAEA"/>
      </a:lt2>
      <a:accent1>
        <a:srgbClr val="180142"/>
      </a:accent1>
      <a:accent2>
        <a:srgbClr val="5736CE"/>
      </a:accent2>
      <a:accent3>
        <a:srgbClr val="00FDFD"/>
      </a:accent3>
      <a:accent4>
        <a:srgbClr val="FA0C73"/>
      </a:accent4>
      <a:accent5>
        <a:srgbClr val="ABDF00"/>
      </a:accent5>
      <a:accent6>
        <a:srgbClr val="F5E94F"/>
      </a:accent6>
      <a:hlink>
        <a:srgbClr val="5736CE"/>
      </a:hlink>
      <a:folHlink>
        <a:srgbClr val="00FDFD"/>
      </a:folHlink>
    </a:clrScheme>
    <a:fontScheme name="APEX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venir Next LT Pro"/>
        <a:ea typeface="Avenir Next LT Pro"/>
        <a:cs typeface="Avenir Next LT Pro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 LT Pro"/>
        <a:ea typeface="Avenir Next LT Pro"/>
        <a:cs typeface="Avenir Next LT Pr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Avenir Next</vt:lpstr>
      <vt:lpstr>Arial</vt:lpstr>
      <vt:lpstr>Avenir Next LT Pro</vt:lpstr>
      <vt:lpstr>Tahoma</vt:lpstr>
      <vt:lpstr>2_APEX 2024</vt:lpstr>
      <vt:lpstr>3_APEX 2024</vt:lpstr>
      <vt:lpstr>think-cell Slide</vt:lpstr>
      <vt:lpstr>PowerPoint 演示文稿</vt:lpstr>
      <vt:lpstr>PowerPoint 演示文稿</vt:lpstr>
      <vt:lpstr>PowerPoint 演示文稿</vt:lpstr>
      <vt:lpstr>PowerPoint 演示文稿</vt:lpstr>
    </vt:vector>
  </TitlesOfParts>
  <Company>Bayer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Tina Li</dc:creator>
  <cp:lastModifiedBy>Haishui Gui</cp:lastModifiedBy>
  <cp:revision>4</cp:revision>
  <dcterms:created xsi:type="dcterms:W3CDTF">2026-07-08T06:04:27Z</dcterms:created>
  <dcterms:modified xsi:type="dcterms:W3CDTF">2026-07-29T03:44:09Z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2026-07-08T06:04:36Z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553f6eb7-bfda-4af5-a1d8-60b6c59fa30a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Office 主题​​:8</vt:lpwstr>
  </property>
  <property fmtid="{D5CDD505-2E9C-101B-9397-08002B2CF9AE}" pid="11" name="ClassificationContentMarkingFooterText">
    <vt:lpwstr>RESTRICTED</vt:lpwstr>
  </property>
</Properties>
</file>