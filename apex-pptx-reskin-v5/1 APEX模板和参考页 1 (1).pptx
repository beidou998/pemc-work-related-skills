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7FFFFFD9_FB033E92.xml" ContentType="application/vnd.ms-powerpoint.comments+xml"/>
  <Override PartName="/ppt/notesSlides/notesSlide2.xml" ContentType="application/vnd.openxmlformats-officedocument.presentationml.notesSlide+xml"/>
  <Override PartName="/ppt/comments/modernComment_7FFFFFD8_8684B1F8.xml" ContentType="application/vnd.ms-powerpoint.comments+xml"/>
  <Override PartName="/ppt/comments/modernComment_7FFFFFA9_FDCED39D.xml" ContentType="application/vnd.ms-powerpoint.comments+xml"/>
  <Override PartName="/ppt/notesSlides/notesSlide3.xml" ContentType="application/vnd.openxmlformats-officedocument.presentationml.notesSlide+xml"/>
  <Override PartName="/ppt/comments/modernComment_13A_5AB4CC23.xml" ContentType="application/vnd.ms-powerpoint.comments+xml"/>
  <Override PartName="/ppt/notesSlides/notesSlide4.xml" ContentType="application/vnd.openxmlformats-officedocument.presentationml.notesSlide+xml"/>
  <Override PartName="/ppt/comments/modernComment_7FFFF256_4E925DE.xml" ContentType="application/vnd.ms-powerpoint.comments+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5"/>
    <p:sldMasterId id="2147483760" r:id="rId6"/>
  </p:sldMasterIdLst>
  <p:notesMasterIdLst>
    <p:notesMasterId r:id="rId14"/>
  </p:notesMasterIdLst>
  <p:handoutMasterIdLst>
    <p:handoutMasterId r:id="rId15"/>
  </p:handoutMasterIdLst>
  <p:sldIdLst>
    <p:sldId id="2147483609" r:id="rId7"/>
    <p:sldId id="2147483608" r:id="rId8"/>
    <p:sldId id="2147483561" r:id="rId9"/>
    <p:sldId id="314" r:id="rId10"/>
    <p:sldId id="2147480150" r:id="rId11"/>
    <p:sldId id="2147483610" r:id="rId12"/>
    <p:sldId id="261" r:id="rId13"/>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 id="{F4FADE4B-D117-41F7-8D64-6845DE021F00}">
          <p14:sldIdLst>
            <p14:sldId id="2147483609"/>
            <p14:sldId id="2147483608"/>
            <p14:sldId id="2147483561"/>
            <p14:sldId id="314"/>
            <p14:sldId id="2147480150"/>
          </p14:sldIdLst>
        </p14:section>
        <p14:section name="字号字体要求" id="{50853F16-C742-46CE-8768-E005A6270E45}">
          <p14:sldIdLst>
            <p14:sldId id="2147483610"/>
          </p14:sldIdLst>
        </p14:section>
        <p14:section name="参考版式和配色" id="{00AC47EB-EAA8-4189-8B28-E4608B252BD4}">
          <p14:sldIdLst>
            <p14:sldId id="261"/>
          </p14:sldIdLst>
        </p14:section>
      </p14:sectionLst>
    </p:ext>
    <p:ext uri="{EFAFB233-063F-42B5-8137-9DF3F51BA10A}">
      <p15:sldGuideLst xmlns:p15="http://schemas.microsoft.com/office/powerpoint/2012/main">
        <p15:guide id="1" orient="horz" pos="4042"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C8EE1A-7672-CC0C-E1FE-4BB4B2D138F1}" name="Victoria Demetriou" initials="VD" userId="S::victoria.demetriou@asandk.com::676b378a-bd2d-4f92-a8f7-0c0021fb0465" providerId="AD"/>
  <p188:author id="{19684731-1DFF-D8A5-6756-E34E086574CE}" name="Jade Wei" initials="JW" userId="S::jade.wei@bayer.com::24f31eb8-f34d-4fdf-a6f5-e5ff1148c4e2" providerId="AD"/>
  <p188:author id="{5DCA594B-D65E-BF3F-CCA9-9CF84B06BF4A}" name="Rebecca Kurtz" initials="RK" userId="S::rebecca.kurtz@asandk.com::a834af26-1324-44be-a60e-bd50a1027776" providerId="AD"/>
  <p188:author id="{EE722057-5C34-3009-E54A-28833EC0C741}" name="Congyin Wang" initials="CW" userId="S::congyin.wang@bayer.com::ec230bcb-cc20-41c4-a6b4-94f90775c5fd" providerId="AD"/>
  <p188:author id="{7FF04964-809E-ADDF-C2EA-768E195FEF4A}" name="Tina Li" initials="TL" userId="S::tina.li@bayer.com::4073a93a-45de-414f-87c9-c69caa158e6c" providerId="AD"/>
  <p188:author id="{D273F875-D5C8-864E-5135-FE5844D8DBC3}" name="Toby Bartholomew" initials="TB" userId="S::toby.bartholomew@asandk.com::1309836d-59e2-4d78-8153-e58e569c176e" providerId="AD"/>
  <p188:author id="{55097E77-8609-A26C-3815-DF4009F9C585}" name="Kelsey Lee" initials="KL" userId="Kelsey Lee" providerId="None"/>
  <p188:author id="{6C7EE79B-3033-F4D9-01BA-572A9BF06F9D}" name="Bruna Pedrosa" initials="BP" userId="S::bruna.pedrosa@asandk.com::f36b315b-9186-49b1-951a-00be44082310" providerId="AD"/>
  <p188:author id="{B3E2B2AB-53F8-EF97-03ED-09A4DF81B193}" name="Beth Grindle" initials="BG" userId="S::beth.grindle@asandk.com::6509c848-d9c2-4a80-b1fc-cd63b8b51f57" providerId="AD"/>
  <p188:author id="{A40B19AC-EBE2-9209-4494-5DAD2BFE63FA}" name="Olivia Holuszko" initials="OH" userId="S::olivia.holuszko@asandk.com::3105a7c5-3258-48b1-970c-a41f28bc9b83" providerId="AD"/>
  <p188:author id="{65A45EB9-4E88-DB81-A262-C1EA472C1AEC}" name="Darria Zangari" initials="DZ" userId="S::darria.zangari@bayer.com::4c468bea-73f1-405b-837e-3db70f1d31ea" providerId="AD"/>
  <p188:author id="{CF33D0D1-CDAC-A8C6-321F-1E20CA84184C}" name="Holly Pickerill" initials="HP" userId="S::holly.pickerill@asandk.com::9cd3d8f2-5309-4e84-aef3-79226fc55117" providerId="AD"/>
  <p188:author id="{3DCD5EE8-2460-2B1F-4407-BFD1CC4024A4}" name="Daina Nanchanatt" initials="DN" userId="S::daina.nanchanatt@bayer.com::7c99035d-649c-4f51-9b59-1d5d5e316e62" providerId="AD"/>
  <p188:author id="{5E7C60F1-71FE-F89C-2E73-5B20C3ED690C}" name="James Griffin" initials="JG" userId="S::jamesg@remedica.com::a6d0b023-c511-41e2-886b-69080cdf94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DB0D0D"/>
    <a:srgbClr val="C6C6C6"/>
    <a:srgbClr val="991BC5"/>
    <a:srgbClr val="000000"/>
    <a:srgbClr val="FFFFFF"/>
    <a:srgbClr val="F8EC44"/>
    <a:srgbClr val="A2C614"/>
    <a:srgbClr val="F3943E"/>
    <a:srgbClr val="E618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90" autoAdjust="0"/>
  </p:normalViewPr>
  <p:slideViewPr>
    <p:cSldViewPr snapToGrid="0">
      <p:cViewPr varScale="1">
        <p:scale>
          <a:sx n="68" d="100"/>
          <a:sy n="68" d="100"/>
        </p:scale>
        <p:origin x="592" y="56"/>
      </p:cViewPr>
      <p:guideLst>
        <p:guide orient="horz" pos="404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shui Gui" userId="5e6642dd-725b-46ae-bfe3-343c8c32c0f3" providerId="ADAL" clId="{14B7CF8A-C261-479F-B09C-4779889AD491}"/>
    <pc:docChg chg="custSel modSld">
      <pc:chgData name="Haishui Gui" userId="5e6642dd-725b-46ae-bfe3-343c8c32c0f3" providerId="ADAL" clId="{14B7CF8A-C261-479F-B09C-4779889AD491}" dt="2026-09-09T10:16:11.622" v="2" actId="478"/>
      <pc:docMkLst>
        <pc:docMk/>
      </pc:docMkLst>
      <pc:sldChg chg="delSp modSp mod">
        <pc:chgData name="Haishui Gui" userId="5e6642dd-725b-46ae-bfe3-343c8c32c0f3" providerId="ADAL" clId="{14B7CF8A-C261-479F-B09C-4779889AD491}" dt="2026-09-09T10:16:11.622" v="2" actId="478"/>
        <pc:sldMkLst>
          <pc:docMk/>
          <pc:sldMk cId="4211293842" sldId="2147483609"/>
        </pc:sldMkLst>
        <pc:picChg chg="del mod">
          <ac:chgData name="Haishui Gui" userId="5e6642dd-725b-46ae-bfe3-343c8c32c0f3" providerId="ADAL" clId="{14B7CF8A-C261-479F-B09C-4779889AD491}" dt="2026-09-09T10:16:11.622" v="2" actId="478"/>
          <ac:picMkLst>
            <pc:docMk/>
            <pc:sldMk cId="4211293842" sldId="2147483609"/>
            <ac:picMk id="2" creationId="{A9911D65-918D-B831-4AE5-940816016009}"/>
          </ac:picMkLst>
        </pc:picChg>
      </pc:sldChg>
    </pc:docChg>
  </pc:docChgLst>
  <pc:docChgLst>
    <pc:chgData name="Tina Li" userId="4073a93a-45de-414f-87c9-c69caa158e6c" providerId="ADAL" clId="{0442D2F0-6E83-4F26-9C05-055251C7EED7}"/>
    <pc:docChg chg="undo custSel addSld delSld modSld sldOrd delMainMaster modMainMaster addSection modSection">
      <pc:chgData name="Tina Li" userId="4073a93a-45de-414f-87c9-c69caa158e6c" providerId="ADAL" clId="{0442D2F0-6E83-4F26-9C05-055251C7EED7}" dt="2026-08-13T06:48:31.778" v="293" actId="14100"/>
      <pc:docMkLst>
        <pc:docMk/>
      </pc:docMkLst>
      <pc:sldChg chg="addSp modSp add mod">
        <pc:chgData name="Tina Li" userId="4073a93a-45de-414f-87c9-c69caa158e6c" providerId="ADAL" clId="{0442D2F0-6E83-4F26-9C05-055251C7EED7}" dt="2026-08-13T06:48:31.778" v="293" actId="14100"/>
        <pc:sldMkLst>
          <pc:docMk/>
          <pc:sldMk cId="1603072188" sldId="261"/>
        </pc:sldMkLst>
        <pc:spChg chg="add mod">
          <ac:chgData name="Tina Li" userId="4073a93a-45de-414f-87c9-c69caa158e6c" providerId="ADAL" clId="{0442D2F0-6E83-4F26-9C05-055251C7EED7}" dt="2026-08-13T06:47:43.931" v="237" actId="403"/>
          <ac:spMkLst>
            <pc:docMk/>
            <pc:sldMk cId="1603072188" sldId="261"/>
            <ac:spMk id="9" creationId="{D518A2AA-35CC-0931-92B4-1BF626A51A09}"/>
          </ac:spMkLst>
        </pc:spChg>
        <pc:spChg chg="add mod">
          <ac:chgData name="Tina Li" userId="4073a93a-45de-414f-87c9-c69caa158e6c" providerId="ADAL" clId="{0442D2F0-6E83-4F26-9C05-055251C7EED7}" dt="2026-08-13T06:47:59.006" v="254" actId="20577"/>
          <ac:spMkLst>
            <pc:docMk/>
            <pc:sldMk cId="1603072188" sldId="261"/>
            <ac:spMk id="12" creationId="{F5F64EDC-694F-668F-F8A7-DF99296484B9}"/>
          </ac:spMkLst>
        </pc:spChg>
        <pc:spChg chg="add mod">
          <ac:chgData name="Tina Li" userId="4073a93a-45de-414f-87c9-c69caa158e6c" providerId="ADAL" clId="{0442D2F0-6E83-4F26-9C05-055251C7EED7}" dt="2026-08-13T06:48:14.738" v="274" actId="14100"/>
          <ac:spMkLst>
            <pc:docMk/>
            <pc:sldMk cId="1603072188" sldId="261"/>
            <ac:spMk id="14" creationId="{B9FED76B-7BDA-1747-0193-1A24F18452BC}"/>
          </ac:spMkLst>
        </pc:spChg>
        <pc:spChg chg="add mod">
          <ac:chgData name="Tina Li" userId="4073a93a-45de-414f-87c9-c69caa158e6c" providerId="ADAL" clId="{0442D2F0-6E83-4F26-9C05-055251C7EED7}" dt="2026-08-13T06:48:31.778" v="293" actId="14100"/>
          <ac:spMkLst>
            <pc:docMk/>
            <pc:sldMk cId="1603072188" sldId="261"/>
            <ac:spMk id="16" creationId="{F9D6C9C2-636D-C94A-4843-72A91CE192AF}"/>
          </ac:spMkLst>
        </pc:spChg>
      </pc:sldChg>
      <pc:sldChg chg="add">
        <pc:chgData name="Tina Li" userId="4073a93a-45de-414f-87c9-c69caa158e6c" providerId="ADAL" clId="{0442D2F0-6E83-4F26-9C05-055251C7EED7}" dt="2026-08-13T06:45:54.926" v="210"/>
        <pc:sldMkLst>
          <pc:docMk/>
          <pc:sldMk cId="82388446" sldId="2147480150"/>
        </pc:sldMkLst>
      </pc:sldChg>
      <pc:sldChg chg="addSp modSp add del mod ord">
        <pc:chgData name="Tina Li" userId="4073a93a-45de-414f-87c9-c69caa158e6c" providerId="ADAL" clId="{0442D2F0-6E83-4F26-9C05-055251C7EED7}" dt="2026-08-13T06:35:51.573" v="209" actId="1076"/>
        <pc:sldMkLst>
          <pc:docMk/>
          <pc:sldMk cId="2256843256" sldId="2147483608"/>
        </pc:sldMkLst>
        <pc:picChg chg="add mod">
          <ac:chgData name="Tina Li" userId="4073a93a-45de-414f-87c9-c69caa158e6c" providerId="ADAL" clId="{0442D2F0-6E83-4F26-9C05-055251C7EED7}" dt="2026-08-13T06:35:51.573" v="209" actId="1076"/>
          <ac:picMkLst>
            <pc:docMk/>
            <pc:sldMk cId="2256843256" sldId="2147483608"/>
            <ac:picMk id="6" creationId="{BC31851D-6874-E067-F461-B27E41EBB019}"/>
          </ac:picMkLst>
        </pc:picChg>
      </pc:sldChg>
      <pc:sldChg chg="addSp delSp modSp add mod ord">
        <pc:chgData name="Tina Li" userId="4073a93a-45de-414f-87c9-c69caa158e6c" providerId="ADAL" clId="{0442D2F0-6E83-4F26-9C05-055251C7EED7}" dt="2026-08-12T08:45:40.103" v="119"/>
        <pc:sldMkLst>
          <pc:docMk/>
          <pc:sldMk cId="4211293842" sldId="2147483609"/>
        </pc:sldMkLst>
        <pc:picChg chg="add del mod">
          <ac:chgData name="Tina Li" userId="4073a93a-45de-414f-87c9-c69caa158e6c" providerId="ADAL" clId="{0442D2F0-6E83-4F26-9C05-055251C7EED7}" dt="2026-08-12T08:45:34.018" v="117" actId="1076"/>
          <ac:picMkLst>
            <pc:docMk/>
            <pc:sldMk cId="4211293842" sldId="2147483609"/>
            <ac:picMk id="3" creationId="{1D16B517-BA32-9742-C678-D6AB7A22D43C}"/>
          </ac:picMkLst>
        </pc:picChg>
      </pc:sldChg>
      <pc:sldChg chg="addSp delSp modSp add mod ord">
        <pc:chgData name="Tina Li" userId="4073a93a-45de-414f-87c9-c69caa158e6c" providerId="ADAL" clId="{0442D2F0-6E83-4F26-9C05-055251C7EED7}" dt="2026-08-13T06:29:06.419" v="207" actId="20577"/>
        <pc:sldMkLst>
          <pc:docMk/>
          <pc:sldMk cId="756851882" sldId="2147483610"/>
        </pc:sldMkLst>
        <pc:spChg chg="add mod">
          <ac:chgData name="Tina Li" userId="4073a93a-45de-414f-87c9-c69caa158e6c" providerId="ADAL" clId="{0442D2F0-6E83-4F26-9C05-055251C7EED7}" dt="2026-08-13T06:29:06.419" v="207" actId="20577"/>
          <ac:spMkLst>
            <pc:docMk/>
            <pc:sldMk cId="756851882" sldId="2147483610"/>
            <ac:spMk id="6" creationId="{2359886F-BA98-5869-4286-466148E1361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rgbClr val="310086"/>
                </a:solidFill>
                <a:latin typeface="+mn-lt"/>
                <a:ea typeface="+mn-ea"/>
                <a:cs typeface="+mn-cs"/>
              </a:defRPr>
            </a:pPr>
            <a:r>
              <a:rPr lang="en-GB" sz="1800" b="1"/>
              <a:t>Time to discontinuation</a:t>
            </a:r>
          </a:p>
        </c:rich>
      </c:tx>
      <c:layout>
        <c:manualLayout>
          <c:xMode val="edge"/>
          <c:yMode val="edge"/>
          <c:x val="0.15662542774640839"/>
          <c:y val="1.794552473467941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rgbClr val="310086"/>
              </a:solidFill>
              <a:latin typeface="+mn-lt"/>
              <a:ea typeface="+mn-ea"/>
              <a:cs typeface="+mn-cs"/>
            </a:defRPr>
          </a:pPr>
          <a:endParaRPr lang="en-US"/>
        </a:p>
      </c:txPr>
    </c:title>
    <c:autoTitleDeleted val="0"/>
    <c:plotArea>
      <c:layout/>
      <c:barChart>
        <c:barDir val="col"/>
        <c:grouping val="clustered"/>
        <c:varyColors val="0"/>
        <c:ser>
          <c:idx val="0"/>
          <c:order val="0"/>
          <c:tx>
            <c:strRef>
              <c:f>'Time to discontinuation'!$B$1</c:f>
              <c:strCache>
                <c:ptCount val="1"/>
                <c:pt idx="0">
                  <c:v>Label-dose cohort</c:v>
                </c:pt>
              </c:strCache>
            </c:strRef>
          </c:tx>
          <c:spPr>
            <a:solidFill>
              <a:schemeClr val="tx2"/>
            </a:solidFill>
            <a:ln>
              <a:noFill/>
            </a:ln>
            <a:effectLst/>
          </c:spPr>
          <c:invertIfNegative val="0"/>
          <c:errBars>
            <c:errBarType val="both"/>
            <c:errValType val="cust"/>
            <c:noEndCap val="0"/>
            <c:plus>
              <c:numRef>
                <c:f>'Time to discontinuation'!$H$10:$J$10</c:f>
                <c:numCache>
                  <c:formatCode>General</c:formatCode>
                  <c:ptCount val="3"/>
                  <c:pt idx="0">
                    <c:v>7.2</c:v>
                  </c:pt>
                  <c:pt idx="1">
                    <c:v>2.8</c:v>
                  </c:pt>
                  <c:pt idx="2">
                    <c:v>2.1</c:v>
                  </c:pt>
                </c:numCache>
              </c:numRef>
            </c:plus>
            <c:minus>
              <c:numRef>
                <c:f>'Time to discontinuation'!$H$6:$J$6</c:f>
                <c:numCache>
                  <c:formatCode>General</c:formatCode>
                  <c:ptCount val="3"/>
                  <c:pt idx="0">
                    <c:v>4.3</c:v>
                  </c:pt>
                  <c:pt idx="1">
                    <c:v>1.2</c:v>
                  </c:pt>
                  <c:pt idx="2">
                    <c:v>1.1000000000000001</c:v>
                  </c:pt>
                </c:numCache>
              </c:numRef>
            </c:minus>
            <c:spPr>
              <a:noFill/>
              <a:ln w="9525" cap="flat" cmpd="sng" algn="ctr">
                <a:solidFill>
                  <a:schemeClr val="tx1">
                    <a:lumMod val="65000"/>
                    <a:lumOff val="35000"/>
                  </a:schemeClr>
                </a:solidFill>
                <a:round/>
              </a:ln>
              <a:effectLst/>
            </c:spPr>
          </c:errBars>
          <c:cat>
            <c:strRef>
              <c:f>'Time to discontinuation'!$A$2:$A$4</c:f>
              <c:strCache>
                <c:ptCount val="3"/>
                <c:pt idx="0">
                  <c:v>DARO</c:v>
                </c:pt>
                <c:pt idx="1">
                  <c:v>ENZA</c:v>
                </c:pt>
                <c:pt idx="2">
                  <c:v>APA</c:v>
                </c:pt>
              </c:strCache>
            </c:strRef>
          </c:cat>
          <c:val>
            <c:numRef>
              <c:f>'Time to discontinuation'!$B$2:$B$4</c:f>
              <c:numCache>
                <c:formatCode>General</c:formatCode>
                <c:ptCount val="3"/>
                <c:pt idx="0">
                  <c:v>17.600000000000001</c:v>
                </c:pt>
                <c:pt idx="1">
                  <c:v>11.6</c:v>
                </c:pt>
                <c:pt idx="2">
                  <c:v>5</c:v>
                </c:pt>
              </c:numCache>
            </c:numRef>
          </c:val>
          <c:extLst>
            <c:ext xmlns:c16="http://schemas.microsoft.com/office/drawing/2014/chart" uri="{C3380CC4-5D6E-409C-BE32-E72D297353CC}">
              <c16:uniqueId val="{00000000-8012-40AC-92A6-0C98E78599D8}"/>
            </c:ext>
          </c:extLst>
        </c:ser>
        <c:ser>
          <c:idx val="1"/>
          <c:order val="1"/>
          <c:tx>
            <c:strRef>
              <c:f>'Time to discontinuation'!$C$1</c:f>
              <c:strCache>
                <c:ptCount val="1"/>
                <c:pt idx="0">
                  <c:v>Low-dose cohort</c:v>
                </c:pt>
              </c:strCache>
            </c:strRef>
          </c:tx>
          <c:spPr>
            <a:solidFill>
              <a:schemeClr val="accent3"/>
            </a:solidFill>
            <a:ln>
              <a:noFill/>
            </a:ln>
            <a:effectLst/>
          </c:spPr>
          <c:invertIfNegative val="0"/>
          <c:errBars>
            <c:errBarType val="both"/>
            <c:errValType val="cust"/>
            <c:noEndCap val="0"/>
            <c:plus>
              <c:numRef>
                <c:f>'Time to discontinuation'!$H$11:$J$11</c:f>
                <c:numCache>
                  <c:formatCode>General</c:formatCode>
                  <c:ptCount val="3"/>
                  <c:pt idx="0">
                    <c:v>7.4</c:v>
                  </c:pt>
                  <c:pt idx="1">
                    <c:v>1.4</c:v>
                  </c:pt>
                  <c:pt idx="2">
                    <c:v>3.2</c:v>
                  </c:pt>
                </c:numCache>
              </c:numRef>
            </c:plus>
            <c:minus>
              <c:numRef>
                <c:f>'Time to discontinuation'!$H$7:$J$7</c:f>
                <c:numCache>
                  <c:formatCode>General</c:formatCode>
                  <c:ptCount val="3"/>
                  <c:pt idx="0">
                    <c:v>5.6</c:v>
                  </c:pt>
                  <c:pt idx="1">
                    <c:v>1.1000000000000001</c:v>
                  </c:pt>
                  <c:pt idx="2">
                    <c:v>3.2</c:v>
                  </c:pt>
                </c:numCache>
              </c:numRef>
            </c:minus>
            <c:spPr>
              <a:noFill/>
              <a:ln w="9525" cap="flat" cmpd="sng" algn="ctr">
                <a:solidFill>
                  <a:schemeClr val="tx1">
                    <a:lumMod val="65000"/>
                    <a:lumOff val="35000"/>
                  </a:schemeClr>
                </a:solidFill>
                <a:round/>
              </a:ln>
              <a:effectLst/>
            </c:spPr>
          </c:errBars>
          <c:cat>
            <c:strRef>
              <c:f>'Time to discontinuation'!$A$2:$A$4</c:f>
              <c:strCache>
                <c:ptCount val="3"/>
                <c:pt idx="0">
                  <c:v>DARO</c:v>
                </c:pt>
                <c:pt idx="1">
                  <c:v>ENZA</c:v>
                </c:pt>
                <c:pt idx="2">
                  <c:v>APA</c:v>
                </c:pt>
              </c:strCache>
            </c:strRef>
          </c:cat>
          <c:val>
            <c:numRef>
              <c:f>'Time to discontinuation'!$C$2:$C$4</c:f>
              <c:numCache>
                <c:formatCode>General</c:formatCode>
                <c:ptCount val="3"/>
                <c:pt idx="0">
                  <c:v>12.8</c:v>
                </c:pt>
                <c:pt idx="1">
                  <c:v>12.9</c:v>
                </c:pt>
                <c:pt idx="2">
                  <c:v>10.8</c:v>
                </c:pt>
              </c:numCache>
            </c:numRef>
          </c:val>
          <c:extLst>
            <c:ext xmlns:c16="http://schemas.microsoft.com/office/drawing/2014/chart" uri="{C3380CC4-5D6E-409C-BE32-E72D297353CC}">
              <c16:uniqueId val="{00000001-8012-40AC-92A6-0C98E78599D8}"/>
            </c:ext>
          </c:extLst>
        </c:ser>
        <c:dLbls>
          <c:showLegendKey val="0"/>
          <c:showVal val="0"/>
          <c:showCatName val="0"/>
          <c:showSerName val="0"/>
          <c:showPercent val="0"/>
          <c:showBubbleSize val="0"/>
        </c:dLbls>
        <c:gapWidth val="219"/>
        <c:overlap val="-27"/>
        <c:axId val="406135280"/>
        <c:axId val="406132536"/>
      </c:barChart>
      <c:catAx>
        <c:axId val="406135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310086"/>
                </a:solidFill>
                <a:latin typeface="+mn-lt"/>
                <a:ea typeface="+mn-ea"/>
                <a:cs typeface="+mn-cs"/>
              </a:defRPr>
            </a:pPr>
            <a:endParaRPr lang="en-US"/>
          </a:p>
        </c:txPr>
        <c:crossAx val="406132536"/>
        <c:crosses val="autoZero"/>
        <c:auto val="1"/>
        <c:lblAlgn val="ctr"/>
        <c:lblOffset val="100"/>
        <c:noMultiLvlLbl val="0"/>
      </c:catAx>
      <c:valAx>
        <c:axId val="4061325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rgbClr val="310086"/>
                    </a:solidFill>
                    <a:latin typeface="+mn-lt"/>
                    <a:ea typeface="+mn-ea"/>
                    <a:cs typeface="+mn-cs"/>
                  </a:defRPr>
                </a:pPr>
                <a:r>
                  <a:rPr lang="en-GB" sz="1400"/>
                  <a:t>Median time (months)</a:t>
                </a:r>
              </a:p>
            </c:rich>
          </c:tx>
          <c:overlay val="0"/>
          <c:spPr>
            <a:noFill/>
            <a:ln>
              <a:noFill/>
            </a:ln>
            <a:effectLst/>
          </c:spPr>
          <c:txPr>
            <a:bodyPr rot="-5400000" spcFirstLastPara="1" vertOverflow="ellipsis" vert="horz" wrap="square" anchor="ctr" anchorCtr="1"/>
            <a:lstStyle/>
            <a:p>
              <a:pPr>
                <a:defRPr sz="1400" b="0" i="0" u="none" strike="noStrike" kern="1200" baseline="0">
                  <a:solidFill>
                    <a:srgbClr val="310086"/>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310086"/>
                </a:solidFill>
                <a:latin typeface="+mn-lt"/>
                <a:ea typeface="+mn-ea"/>
                <a:cs typeface="+mn-cs"/>
              </a:defRPr>
            </a:pPr>
            <a:endParaRPr lang="en-US"/>
          </a:p>
        </c:txPr>
        <c:crossAx val="406135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310086"/>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310086"/>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310086"/>
                </a:solidFill>
                <a:latin typeface="+mn-lt"/>
                <a:ea typeface="+mn-ea"/>
                <a:cs typeface="+mn-cs"/>
              </a:defRPr>
            </a:pPr>
            <a:r>
              <a:rPr lang="en-GB" sz="1800" b="1"/>
              <a:t>Time to </a:t>
            </a:r>
            <a:r>
              <a:rPr lang="en-GB" sz="1800" b="1" err="1"/>
              <a:t>mCRPC</a:t>
            </a:r>
            <a:r>
              <a:rPr lang="en-GB" sz="1800" b="1"/>
              <a:t> progression with ARI</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10086"/>
              </a:solidFill>
              <a:latin typeface="+mn-lt"/>
              <a:ea typeface="+mn-ea"/>
              <a:cs typeface="+mn-cs"/>
            </a:defRPr>
          </a:pPr>
          <a:endParaRPr lang="en-US"/>
        </a:p>
      </c:txPr>
    </c:title>
    <c:autoTitleDeleted val="0"/>
    <c:plotArea>
      <c:layout/>
      <c:barChart>
        <c:barDir val="col"/>
        <c:grouping val="clustered"/>
        <c:varyColors val="0"/>
        <c:ser>
          <c:idx val="0"/>
          <c:order val="0"/>
          <c:tx>
            <c:strRef>
              <c:f>'[Chart in Microsoft PowerPoint]Time to mCRPC progression'!$M$12</c:f>
              <c:strCache>
                <c:ptCount val="1"/>
                <c:pt idx="0">
                  <c:v>DARO</c:v>
                </c:pt>
              </c:strCache>
            </c:strRef>
          </c:tx>
          <c:spPr>
            <a:solidFill>
              <a:srgbClr val="007F7F"/>
            </a:solidFill>
            <a:ln>
              <a:noFill/>
            </a:ln>
            <a:effectLst/>
          </c:spPr>
          <c:invertIfNegative val="0"/>
          <c:cat>
            <c:strRef>
              <c:f>'[Chart in Microsoft PowerPoint]Time to mCRPC progression'!$L$13:$L$20</c:f>
              <c:strCache>
                <c:ptCount val="8"/>
                <c:pt idx="0">
                  <c:v>Label</c:v>
                </c:pt>
                <c:pt idx="1">
                  <c:v>Low</c:v>
                </c:pt>
                <c:pt idx="2">
                  <c:v>Label</c:v>
                </c:pt>
                <c:pt idx="3">
                  <c:v>Low</c:v>
                </c:pt>
                <c:pt idx="4">
                  <c:v>Label</c:v>
                </c:pt>
                <c:pt idx="5">
                  <c:v>Low</c:v>
                </c:pt>
                <c:pt idx="6">
                  <c:v>Label</c:v>
                </c:pt>
                <c:pt idx="7">
                  <c:v>Low</c:v>
                </c:pt>
              </c:strCache>
            </c:strRef>
          </c:cat>
          <c:val>
            <c:numRef>
              <c:f>'[Chart in Microsoft PowerPoint]Time to mCRPC progression'!$M$13:$M$20</c:f>
              <c:numCache>
                <c:formatCode>General</c:formatCode>
                <c:ptCount val="8"/>
                <c:pt idx="0">
                  <c:v>7.0000000000000007E-2</c:v>
                </c:pt>
                <c:pt idx="1">
                  <c:v>0.08</c:v>
                </c:pt>
                <c:pt idx="2">
                  <c:v>0.16</c:v>
                </c:pt>
                <c:pt idx="3">
                  <c:v>0.18</c:v>
                </c:pt>
                <c:pt idx="4">
                  <c:v>0.22</c:v>
                </c:pt>
                <c:pt idx="5">
                  <c:v>0.25</c:v>
                </c:pt>
                <c:pt idx="6">
                  <c:v>0.28000000000000003</c:v>
                </c:pt>
                <c:pt idx="7">
                  <c:v>0.27</c:v>
                </c:pt>
              </c:numCache>
            </c:numRef>
          </c:val>
          <c:extLst>
            <c:ext xmlns:c16="http://schemas.microsoft.com/office/drawing/2014/chart" uri="{C3380CC4-5D6E-409C-BE32-E72D297353CC}">
              <c16:uniqueId val="{00000000-D1A5-4A3D-ABBC-89A991B7AD5A}"/>
            </c:ext>
          </c:extLst>
        </c:ser>
        <c:ser>
          <c:idx val="1"/>
          <c:order val="1"/>
          <c:tx>
            <c:strRef>
              <c:f>'[Chart in Microsoft PowerPoint]Time to mCRPC progression'!$N$12</c:f>
              <c:strCache>
                <c:ptCount val="1"/>
                <c:pt idx="0">
                  <c:v>ENZA</c:v>
                </c:pt>
              </c:strCache>
            </c:strRef>
          </c:tx>
          <c:spPr>
            <a:solidFill>
              <a:srgbClr val="FA0C73"/>
            </a:solidFill>
            <a:ln>
              <a:noFill/>
            </a:ln>
            <a:effectLst/>
          </c:spPr>
          <c:invertIfNegative val="0"/>
          <c:cat>
            <c:strRef>
              <c:f>'[Chart in Microsoft PowerPoint]Time to mCRPC progression'!$L$13:$L$20</c:f>
              <c:strCache>
                <c:ptCount val="8"/>
                <c:pt idx="0">
                  <c:v>Label</c:v>
                </c:pt>
                <c:pt idx="1">
                  <c:v>Low</c:v>
                </c:pt>
                <c:pt idx="2">
                  <c:v>Label</c:v>
                </c:pt>
                <c:pt idx="3">
                  <c:v>Low</c:v>
                </c:pt>
                <c:pt idx="4">
                  <c:v>Label</c:v>
                </c:pt>
                <c:pt idx="5">
                  <c:v>Low</c:v>
                </c:pt>
                <c:pt idx="6">
                  <c:v>Label</c:v>
                </c:pt>
                <c:pt idx="7">
                  <c:v>Low</c:v>
                </c:pt>
              </c:strCache>
            </c:strRef>
          </c:cat>
          <c:val>
            <c:numRef>
              <c:f>'[Chart in Microsoft PowerPoint]Time to mCRPC progression'!$N$13:$N$20</c:f>
              <c:numCache>
                <c:formatCode>General</c:formatCode>
                <c:ptCount val="8"/>
                <c:pt idx="0">
                  <c:v>0.15</c:v>
                </c:pt>
                <c:pt idx="1">
                  <c:v>0.11</c:v>
                </c:pt>
                <c:pt idx="2">
                  <c:v>0.27</c:v>
                </c:pt>
                <c:pt idx="3">
                  <c:v>0.22</c:v>
                </c:pt>
                <c:pt idx="4">
                  <c:v>0.33</c:v>
                </c:pt>
                <c:pt idx="5">
                  <c:v>0.28999999999999998</c:v>
                </c:pt>
                <c:pt idx="6">
                  <c:v>0.38</c:v>
                </c:pt>
                <c:pt idx="7">
                  <c:v>0.35</c:v>
                </c:pt>
              </c:numCache>
            </c:numRef>
          </c:val>
          <c:extLst>
            <c:ext xmlns:c16="http://schemas.microsoft.com/office/drawing/2014/chart" uri="{C3380CC4-5D6E-409C-BE32-E72D297353CC}">
              <c16:uniqueId val="{00000001-D1A5-4A3D-ABBC-89A991B7AD5A}"/>
            </c:ext>
          </c:extLst>
        </c:ser>
        <c:ser>
          <c:idx val="2"/>
          <c:order val="2"/>
          <c:tx>
            <c:strRef>
              <c:f>'[Chart in Microsoft PowerPoint]Time to mCRPC progression'!$O$12</c:f>
              <c:strCache>
                <c:ptCount val="1"/>
                <c:pt idx="0">
                  <c:v>APA</c:v>
                </c:pt>
              </c:strCache>
            </c:strRef>
          </c:tx>
          <c:spPr>
            <a:solidFill>
              <a:srgbClr val="5736CE"/>
            </a:solidFill>
            <a:ln>
              <a:noFill/>
            </a:ln>
            <a:effectLst/>
          </c:spPr>
          <c:invertIfNegative val="0"/>
          <c:cat>
            <c:strRef>
              <c:f>'[Chart in Microsoft PowerPoint]Time to mCRPC progression'!$L$13:$L$20</c:f>
              <c:strCache>
                <c:ptCount val="8"/>
                <c:pt idx="0">
                  <c:v>Label</c:v>
                </c:pt>
                <c:pt idx="1">
                  <c:v>Low</c:v>
                </c:pt>
                <c:pt idx="2">
                  <c:v>Label</c:v>
                </c:pt>
                <c:pt idx="3">
                  <c:v>Low</c:v>
                </c:pt>
                <c:pt idx="4">
                  <c:v>Label</c:v>
                </c:pt>
                <c:pt idx="5">
                  <c:v>Low</c:v>
                </c:pt>
                <c:pt idx="6">
                  <c:v>Label</c:v>
                </c:pt>
                <c:pt idx="7">
                  <c:v>Low</c:v>
                </c:pt>
              </c:strCache>
            </c:strRef>
          </c:cat>
          <c:val>
            <c:numRef>
              <c:f>'[Chart in Microsoft PowerPoint]Time to mCRPC progression'!$O$13:$O$20</c:f>
              <c:numCache>
                <c:formatCode>General</c:formatCode>
                <c:ptCount val="8"/>
                <c:pt idx="0">
                  <c:v>0.2</c:v>
                </c:pt>
                <c:pt idx="1">
                  <c:v>0.12</c:v>
                </c:pt>
                <c:pt idx="2">
                  <c:v>0.28999999999999998</c:v>
                </c:pt>
                <c:pt idx="3">
                  <c:v>0.24</c:v>
                </c:pt>
                <c:pt idx="4">
                  <c:v>0.34</c:v>
                </c:pt>
                <c:pt idx="5">
                  <c:v>0.36</c:v>
                </c:pt>
                <c:pt idx="6">
                  <c:v>0.39</c:v>
                </c:pt>
                <c:pt idx="7">
                  <c:v>0.42</c:v>
                </c:pt>
              </c:numCache>
            </c:numRef>
          </c:val>
          <c:extLst>
            <c:ext xmlns:c16="http://schemas.microsoft.com/office/drawing/2014/chart" uri="{C3380CC4-5D6E-409C-BE32-E72D297353CC}">
              <c16:uniqueId val="{00000002-D1A5-4A3D-ABBC-89A991B7AD5A}"/>
            </c:ext>
          </c:extLst>
        </c:ser>
        <c:dLbls>
          <c:showLegendKey val="0"/>
          <c:showVal val="0"/>
          <c:showCatName val="0"/>
          <c:showSerName val="0"/>
          <c:showPercent val="0"/>
          <c:showBubbleSize val="0"/>
        </c:dLbls>
        <c:gapWidth val="219"/>
        <c:overlap val="-27"/>
        <c:axId val="406133712"/>
        <c:axId val="406134104"/>
      </c:barChart>
      <c:catAx>
        <c:axId val="40613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1"/>
          <a:lstStyle/>
          <a:p>
            <a:pPr>
              <a:defRPr sz="1000" b="0" i="0" u="none" strike="noStrike" kern="1200" baseline="0">
                <a:solidFill>
                  <a:srgbClr val="310086"/>
                </a:solidFill>
                <a:latin typeface="+mn-lt"/>
                <a:ea typeface="+mn-ea"/>
                <a:cs typeface="+mn-cs"/>
              </a:defRPr>
            </a:pPr>
            <a:endParaRPr lang="en-US"/>
          </a:p>
        </c:txPr>
        <c:crossAx val="406134104"/>
        <c:crosses val="autoZero"/>
        <c:auto val="1"/>
        <c:lblAlgn val="ctr"/>
        <c:lblOffset val="100"/>
        <c:noMultiLvlLbl val="0"/>
      </c:catAx>
      <c:valAx>
        <c:axId val="4061341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rgbClr val="310086"/>
                    </a:solidFill>
                    <a:latin typeface="+mn-lt"/>
                    <a:ea typeface="+mn-ea"/>
                    <a:cs typeface="+mn-cs"/>
                  </a:defRPr>
                </a:pPr>
                <a:r>
                  <a:rPr lang="en-GB" sz="1400"/>
                  <a:t>Probability of progression</a:t>
                </a:r>
              </a:p>
            </c:rich>
          </c:tx>
          <c:overlay val="0"/>
          <c:spPr>
            <a:noFill/>
            <a:ln>
              <a:noFill/>
            </a:ln>
            <a:effectLst/>
          </c:spPr>
          <c:txPr>
            <a:bodyPr rot="-5400000" spcFirstLastPara="1" vertOverflow="ellipsis" vert="horz" wrap="square" anchor="ctr" anchorCtr="1"/>
            <a:lstStyle/>
            <a:p>
              <a:pPr>
                <a:defRPr sz="1400" b="0" i="0" u="none" strike="noStrike" kern="1200" baseline="0">
                  <a:solidFill>
                    <a:srgbClr val="310086"/>
                  </a:solidFill>
                  <a:latin typeface="+mn-lt"/>
                  <a:ea typeface="+mn-ea"/>
                  <a:cs typeface="+mn-cs"/>
                </a:defRPr>
              </a:pPr>
              <a:endParaRPr lang="en-US"/>
            </a:p>
          </c:txPr>
        </c:title>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10086"/>
                </a:solidFill>
                <a:latin typeface="+mn-lt"/>
                <a:ea typeface="+mn-ea"/>
                <a:cs typeface="+mn-cs"/>
              </a:defRPr>
            </a:pPr>
            <a:endParaRPr lang="en-US"/>
          </a:p>
        </c:txPr>
        <c:crossAx val="406133712"/>
        <c:crosses val="autoZero"/>
        <c:crossBetween val="between"/>
      </c:valAx>
      <c:spPr>
        <a:noFill/>
        <a:ln>
          <a:noFill/>
        </a:ln>
        <a:effectLst/>
      </c:spPr>
    </c:plotArea>
    <c:legend>
      <c:legendPos val="b"/>
      <c:layout>
        <c:manualLayout>
          <c:xMode val="edge"/>
          <c:yMode val="edge"/>
          <c:x val="0.3005713853131593"/>
          <c:y val="0.95696936355089668"/>
          <c:w val="0.54114511848455626"/>
          <c:h val="4.3030636449103481E-2"/>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310086"/>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rgbClr val="310086"/>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F256_4E925DE.xml><?xml version="1.0" encoding="utf-8"?>
<p188:cmLst xmlns:a="http://schemas.openxmlformats.org/drawingml/2006/main" xmlns:r="http://schemas.openxmlformats.org/officeDocument/2006/relationships" xmlns:p188="http://schemas.microsoft.com/office/powerpoint/2018/8/main">
  <p188:cm id="{F9EF1508-8A1B-4CC8-A20E-B3EAC7810B2B}" authorId="{7FF04964-809E-ADDF-C2EA-768E195FEF4A}" created="2026-07-22T06:39:02.588">
    <pc:sldMkLst xmlns:pc="http://schemas.microsoft.com/office/powerpoint/2013/main/command">
      <pc:docMk/>
      <pc:sldMk cId="82388446" sldId="2147480150"/>
    </pc:sldMkLst>
    <p188:replyLst>
      <p188:reply id="{2B5205E3-2C4A-45C3-8509-77AAFD88A46A}" authorId="{7FF04964-809E-ADDF-C2EA-768E195FEF4A}" created="2026-08-13T06:46:21.620">
        <p188:txBody>
          <a:bodyPr/>
          <a:lstStyle/>
          <a:p>
            <a:r>
              <a:rPr lang="en-US"/>
              <a:t>投票页使用这个版式，将题目和问题替换好即可，其余不需要修改</a:t>
            </a:r>
          </a:p>
        </p188:txBody>
      </p188:reply>
    </p188:replyLst>
    <p188:txBody>
      <a:bodyPr/>
      <a:lstStyle/>
      <a:p>
        <a:r>
          <a:rPr lang="en-US"/>
          <a:t>Note：最终需要做成投票之后能实时显示投票结果的页面</a:t>
        </a:r>
      </a:p>
    </p188:txBody>
  </p188:cm>
</p188:cmLst>
</file>

<file path=ppt/comments/modernComment_7FFFFFA9_FDCED39D.xml><?xml version="1.0" encoding="utf-8"?>
<p188:cmLst xmlns:a="http://schemas.openxmlformats.org/drawingml/2006/main" xmlns:r="http://schemas.openxmlformats.org/officeDocument/2006/relationships" xmlns:p188="http://schemas.microsoft.com/office/powerpoint/2018/8/main">
  <p188:cm id="{47CF5FB3-058A-4727-99FF-177A8768C8A6}" authorId="{7FF04964-809E-ADDF-C2EA-768E195FEF4A}" created="2026-08-13T02:26:17.312">
    <pc:sldMkLst xmlns:pc="http://schemas.microsoft.com/office/powerpoint/2013/main/command">
      <pc:docMk/>
      <pc:sldMk cId="4258190237" sldId="2147483561"/>
    </pc:sldMkLst>
    <p188:txBody>
      <a:bodyPr/>
      <a:lstStyle/>
      <a:p>
        <a:r>
          <a:rPr lang="en-US"/>
          <a:t>通用模板</a:t>
        </a:r>
      </a:p>
    </p188:txBody>
  </p188:cm>
</p188:cmLst>
</file>

<file path=ppt/comments/modernComment_7FFFFFD8_8684B1F8.xml><?xml version="1.0" encoding="utf-8"?>
<p188:cmLst xmlns:a="http://schemas.openxmlformats.org/drawingml/2006/main" xmlns:r="http://schemas.openxmlformats.org/officeDocument/2006/relationships" xmlns:p188="http://schemas.microsoft.com/office/powerpoint/2018/8/main">
  <p188:cm id="{0ECF24EB-5D12-4458-B4F3-00CFC3F510E0}" authorId="{7FF04964-809E-ADDF-C2EA-768E195FEF4A}" created="2026-08-13T02:26:08.443">
    <ac:deMkLst xmlns:ac="http://schemas.microsoft.com/office/drawing/2013/main/command">
      <pc:docMk xmlns:pc="http://schemas.microsoft.com/office/powerpoint/2013/main/command"/>
      <pc:sldMk xmlns:pc="http://schemas.microsoft.com/office/powerpoint/2013/main/command" cId="2256843256" sldId="2147483608"/>
      <ac:picMk id="6" creationId="{BC31851D-6874-E067-F461-B27E41EBB019}"/>
    </ac:deMkLst>
    <p188:txBody>
      <a:bodyPr/>
      <a:lstStyle/>
      <a:p>
        <a:r>
          <a:rPr lang="en-US"/>
          <a:t>贴上右侧的logo</a:t>
        </a:r>
      </a:p>
    </p188:txBody>
  </p188:cm>
</p188:cmLst>
</file>

<file path=ppt/comments/modernComment_7FFFFFD9_FB033E92.xml><?xml version="1.0" encoding="utf-8"?>
<p188:cmLst xmlns:a="http://schemas.openxmlformats.org/drawingml/2006/main" xmlns:r="http://schemas.openxmlformats.org/officeDocument/2006/relationships" xmlns:p188="http://schemas.microsoft.com/office/powerpoint/2018/8/main">
  <p188:cm id="{DB3EC3D1-CA40-4ABB-BC75-27D655222E66}" authorId="{7FF04964-809E-ADDF-C2EA-768E195FEF4A}" created="2026-08-12T08:46:32.924">
    <pc:sldMkLst xmlns:pc="http://schemas.microsoft.com/office/powerpoint/2013/main/command">
      <pc:docMk/>
      <pc:sldMk cId="4211293842" sldId="2147483609"/>
    </pc:sldMkLst>
    <p188:txBody>
      <a:bodyPr/>
      <a:lstStyle/>
      <a:p>
        <a:r>
          <a:rPr lang="en-US"/>
          <a:t>首页模板，左侧APEX+APEX China Logo，右侧基金会和拜耳logo</a:t>
        </a:r>
      </a:p>
    </p188:txBody>
  </p188:cm>
</p188:cmLst>
</file>

<file path=ppt/comments/modernComment_13A_5AB4CC23.xml><?xml version="1.0" encoding="utf-8"?>
<p188:cmLst xmlns:a="http://schemas.openxmlformats.org/drawingml/2006/main" xmlns:r="http://schemas.openxmlformats.org/officeDocument/2006/relationships" xmlns:p188="http://schemas.microsoft.com/office/powerpoint/2018/8/main">
  <p188:cm id="{BC3699AA-7618-4119-A1C6-E1CE9E84C595}" authorId="{7FF04964-809E-ADDF-C2EA-768E195FEF4A}" created="2026-08-13T02:26:38.878">
    <pc:sldMkLst xmlns:pc="http://schemas.microsoft.com/office/powerpoint/2013/main/command">
      <pc:docMk/>
      <pc:sldMk cId="1521798179" sldId="314"/>
    </pc:sldMkLst>
    <p188:txBody>
      <a:bodyPr/>
      <a:lstStyle/>
      <a:p>
        <a:r>
          <a:rPr lang="en-US"/>
          <a:t>病历模板，老头头像按要求替换
头像下方写上病例的基础信息</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98B180-97AC-F99B-3BC9-A0F01CD29F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24DDA94-63E1-62F1-A2A4-BA3D6BBF3E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A9393E-13C7-46A3-AE2B-DB2349736857}" type="datetimeFigureOut">
              <a:rPr lang="en-GB" smtClean="0"/>
              <a:t>09/09/2026</a:t>
            </a:fld>
            <a:endParaRPr lang="en-GB"/>
          </a:p>
        </p:txBody>
      </p:sp>
      <p:sp>
        <p:nvSpPr>
          <p:cNvPr id="4" name="Footer Placeholder 3">
            <a:extLst>
              <a:ext uri="{FF2B5EF4-FFF2-40B4-BE49-F238E27FC236}">
                <a16:creationId xmlns:a16="http://schemas.microsoft.com/office/drawing/2014/main" id="{844BCCB1-4D39-9D04-672D-0D583ED8BE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E1365F4-BFC4-FF46-81F0-3ECE80984A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792E31-C7E1-4049-9D19-59A9CE799218}" type="slidenum">
              <a:rPr lang="en-GB" smtClean="0"/>
              <a:t>‹#›</a:t>
            </a:fld>
            <a:endParaRPr lang="en-GB"/>
          </a:p>
        </p:txBody>
      </p:sp>
    </p:spTree>
    <p:extLst>
      <p:ext uri="{BB962C8B-B14F-4D97-AF65-F5344CB8AC3E}">
        <p14:creationId xmlns:p14="http://schemas.microsoft.com/office/powerpoint/2010/main" val="17305713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venir Next LT Pro" panose="020B05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venir Next LT Pro" panose="020B0504020202020204" pitchFamily="34" charset="0"/>
              </a:defRPr>
            </a:lvl1pPr>
          </a:lstStyle>
          <a:p>
            <a:fld id="{BFF5128C-21F2-5B49-B960-DB26EC574C68}" type="datetimeFigureOut">
              <a:rPr lang="en-US" smtClean="0"/>
              <a:pPr/>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venir Next LT Pro" panose="020B05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venir Next LT Pro" panose="020B0504020202020204" pitchFamily="34" charset="0"/>
              </a:defRPr>
            </a:lvl1pPr>
          </a:lstStyle>
          <a:p>
            <a:fld id="{58A93ECD-313A-684D-98A1-6BBAC59B9337}" type="slidenum">
              <a:rPr lang="en-US" smtClean="0"/>
              <a:pPr/>
              <a:t>‹#›</a:t>
            </a:fld>
            <a:endParaRPr lang="en-US"/>
          </a:p>
        </p:txBody>
      </p:sp>
    </p:spTree>
    <p:extLst>
      <p:ext uri="{BB962C8B-B14F-4D97-AF65-F5344CB8AC3E}">
        <p14:creationId xmlns:p14="http://schemas.microsoft.com/office/powerpoint/2010/main" val="320747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venir Next LT Pro" panose="020B0504020202020204" pitchFamily="34" charset="0"/>
        <a:ea typeface="+mn-ea"/>
        <a:cs typeface="+mn-cs"/>
      </a:defRPr>
    </a:lvl1pPr>
    <a:lvl2pPr marL="457200" algn="l" defTabSz="914400" rtl="0" eaLnBrk="1" latinLnBrk="0" hangingPunct="1">
      <a:defRPr sz="1200" kern="1200">
        <a:solidFill>
          <a:schemeClr val="tx1"/>
        </a:solidFill>
        <a:latin typeface="Avenir Next LT Pro" panose="020B0504020202020204" pitchFamily="34" charset="0"/>
        <a:ea typeface="+mn-ea"/>
        <a:cs typeface="+mn-cs"/>
      </a:defRPr>
    </a:lvl2pPr>
    <a:lvl3pPr marL="914400" algn="l" defTabSz="914400" rtl="0" eaLnBrk="1" latinLnBrk="0" hangingPunct="1">
      <a:defRPr sz="1200" kern="1200">
        <a:solidFill>
          <a:schemeClr val="tx1"/>
        </a:solidFill>
        <a:latin typeface="Avenir Next LT Pro" panose="020B0504020202020204" pitchFamily="34" charset="0"/>
        <a:ea typeface="+mn-ea"/>
        <a:cs typeface="+mn-cs"/>
      </a:defRPr>
    </a:lvl3pPr>
    <a:lvl4pPr marL="1371600" algn="l" defTabSz="914400" rtl="0" eaLnBrk="1" latinLnBrk="0" hangingPunct="1">
      <a:defRPr sz="1200" kern="1200">
        <a:solidFill>
          <a:schemeClr val="tx1"/>
        </a:solidFill>
        <a:latin typeface="Avenir Next LT Pro" panose="020B0504020202020204" pitchFamily="34" charset="0"/>
        <a:ea typeface="+mn-ea"/>
        <a:cs typeface="+mn-cs"/>
      </a:defRPr>
    </a:lvl4pPr>
    <a:lvl5pPr marL="1828800" algn="l" defTabSz="914400" rtl="0" eaLnBrk="1" latinLnBrk="0" hangingPunct="1">
      <a:defRPr sz="1200" kern="1200">
        <a:solidFill>
          <a:schemeClr val="tx1"/>
        </a:solidFill>
        <a:latin typeface="Avenir Next LT Pro" panose="020B05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93ECD-313A-684D-98A1-6BBAC59B9337}" type="slidenum">
              <a:rPr kumimoji="0" lang="en-US" sz="1200" b="0" i="0" u="none" strike="noStrike" kern="1200" cap="none" spc="0" normalizeH="0" baseline="0" noProof="0" smtClean="0">
                <a:ln>
                  <a:noFill/>
                </a:ln>
                <a:solidFill>
                  <a:prstClr val="black"/>
                </a:solidFill>
                <a:effectLst/>
                <a:uLnTx/>
                <a:uFillTx/>
                <a:latin typeface="Avenir Next LT Pro" panose="020B0504020202020204"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a:endParaRPr>
          </a:p>
        </p:txBody>
      </p:sp>
    </p:spTree>
    <p:extLst>
      <p:ext uri="{BB962C8B-B14F-4D97-AF65-F5344CB8AC3E}">
        <p14:creationId xmlns:p14="http://schemas.microsoft.com/office/powerpoint/2010/main" val="3841773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93ECD-313A-684D-98A1-6BBAC59B9337}" type="slidenum">
              <a:rPr kumimoji="0" lang="en-US" sz="1200" b="0" i="0" u="none" strike="noStrike" kern="1200" cap="none" spc="0" normalizeH="0" baseline="0" noProof="0" smtClean="0">
                <a:ln>
                  <a:noFill/>
                </a:ln>
                <a:solidFill>
                  <a:prstClr val="black"/>
                </a:solidFill>
                <a:effectLst/>
                <a:uLnTx/>
                <a:uFillTx/>
                <a:latin typeface="Avenir Next LT Pro" panose="020B05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163976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93ECD-313A-684D-98A1-6BBAC59B9337}" type="slidenum">
              <a:rPr kumimoji="0" lang="en-US" sz="1200" b="0" i="0" u="none" strike="noStrike" kern="1200" cap="none" spc="0" normalizeH="0" baseline="0" noProof="0" smtClean="0">
                <a:ln>
                  <a:noFill/>
                </a:ln>
                <a:solidFill>
                  <a:prstClr val="black"/>
                </a:solidFill>
                <a:effectLst/>
                <a:uLnTx/>
                <a:uFillTx/>
                <a:latin typeface="Avenir Next LT Pro" panose="020B05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1153530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1F7A93-BB5F-493C-8E96-265ADFF1522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5409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A93ECD-313A-684D-98A1-6BBAC59B9337}" type="slidenum">
              <a:rPr kumimoji="0" lang="en-US" sz="1200" b="0" i="0" u="none" strike="noStrike" kern="1200" cap="none" spc="0" normalizeH="0" baseline="0" noProof="0" smtClean="0">
                <a:ln>
                  <a:noFill/>
                </a:ln>
                <a:solidFill>
                  <a:prstClr val="black"/>
                </a:solidFill>
                <a:effectLst/>
                <a:uLnTx/>
                <a:uFillTx/>
                <a:latin typeface="Avenir Next LT Pro" panose="020B05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41084114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emf"/><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emf"/><Relationship Id="rId5" Type="http://schemas.openxmlformats.org/officeDocument/2006/relationships/image" Target="../media/image7.jpe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oleObject" Target="../embeddings/oleObject2.bin"/><Relationship Id="rId7" Type="http://schemas.openxmlformats.org/officeDocument/2006/relationships/image" Target="../media/image23.png"/><Relationship Id="rId2" Type="http://schemas.openxmlformats.org/officeDocument/2006/relationships/slideMaster" Target="../slideMasters/slideMaster2.xml"/><Relationship Id="rId1" Type="http://schemas.openxmlformats.org/officeDocument/2006/relationships/tags" Target="../tags/tag8.xml"/><Relationship Id="rId6" Type="http://schemas.openxmlformats.org/officeDocument/2006/relationships/image" Target="../media/image3.emf"/><Relationship Id="rId5" Type="http://schemas.openxmlformats.org/officeDocument/2006/relationships/image" Target="../media/image2.png"/><Relationship Id="rId4" Type="http://schemas.openxmlformats.org/officeDocument/2006/relationships/image" Target="../media/image1.emf"/><Relationship Id="rId9"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9.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0.xml"/><Relationship Id="rId6" Type="http://schemas.openxmlformats.org/officeDocument/2006/relationships/image" Target="../media/image6.emf"/><Relationship Id="rId5" Type="http://schemas.openxmlformats.org/officeDocument/2006/relationships/image" Target="../media/image7.jpe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6.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37191C3-F5AA-D5A7-964A-C2FE66389DDE}"/>
              </a:ext>
            </a:extLst>
          </p:cNvPr>
          <p:cNvGraphicFramePr>
            <a:graphicFrameLocks noChangeAspect="1"/>
          </p:cNvGraphicFramePr>
          <p:nvPr userDrawn="1">
            <p:custDataLst>
              <p:tags r:id="rId1"/>
            </p:custDataLst>
            <p:extLst>
              <p:ext uri="{D42A27DB-BD31-4B8C-83A1-F6EECF244321}">
                <p14:modId xmlns:p14="http://schemas.microsoft.com/office/powerpoint/2010/main" val="26256693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5" name="think-cell data - do not delete" hidden="1">
                        <a:extLst>
                          <a:ext uri="{FF2B5EF4-FFF2-40B4-BE49-F238E27FC236}">
                            <a16:creationId xmlns:a16="http://schemas.microsoft.com/office/drawing/2014/main" id="{637191C3-F5AA-D5A7-964A-C2FE66389D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descr="A group of triangles on a white surface&#10;&#10;Description automatically generated">
            <a:extLst>
              <a:ext uri="{FF2B5EF4-FFF2-40B4-BE49-F238E27FC236}">
                <a16:creationId xmlns:a16="http://schemas.microsoft.com/office/drawing/2014/main" id="{2074BDE7-5C2B-4D9E-EC18-C893E9B9A046}"/>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03339F-A983-8D51-2FE1-B9D3605E5DF7}"/>
              </a:ext>
            </a:extLst>
          </p:cNvPr>
          <p:cNvSpPr>
            <a:spLocks noGrp="1"/>
          </p:cNvSpPr>
          <p:nvPr>
            <p:ph type="ctrTitle" hasCustomPrompt="1"/>
          </p:nvPr>
        </p:nvSpPr>
        <p:spPr>
          <a:xfrm>
            <a:off x="526473" y="2722418"/>
            <a:ext cx="6414654" cy="1857810"/>
          </a:xfrm>
        </p:spPr>
        <p:txBody>
          <a:bodyPr vert="horz" anchor="b">
            <a:normAutofit/>
          </a:bodyPr>
          <a:lstStyle>
            <a:lvl1pPr algn="l">
              <a:lnSpc>
                <a:spcPct val="100000"/>
              </a:lnSpc>
              <a:defRPr sz="4400"/>
            </a:lvl1pPr>
          </a:lstStyle>
          <a:p>
            <a:r>
              <a:rPr lang="en-US"/>
              <a:t>Slide Title to go here</a:t>
            </a:r>
          </a:p>
        </p:txBody>
      </p:sp>
      <p:sp>
        <p:nvSpPr>
          <p:cNvPr id="3" name="Subtitle 2">
            <a:extLst>
              <a:ext uri="{FF2B5EF4-FFF2-40B4-BE49-F238E27FC236}">
                <a16:creationId xmlns:a16="http://schemas.microsoft.com/office/drawing/2014/main" id="{14043789-AE99-22B0-517C-1F825485E656}"/>
              </a:ext>
            </a:extLst>
          </p:cNvPr>
          <p:cNvSpPr>
            <a:spLocks noGrp="1"/>
          </p:cNvSpPr>
          <p:nvPr>
            <p:ph type="subTitle" idx="1"/>
          </p:nvPr>
        </p:nvSpPr>
        <p:spPr>
          <a:xfrm>
            <a:off x="526473" y="4672304"/>
            <a:ext cx="6414654" cy="1063478"/>
          </a:xfrm>
        </p:spPr>
        <p:txBody>
          <a:bodyPr/>
          <a:lstStyle>
            <a:lvl1pPr marL="0" indent="0" algn="l">
              <a:lnSpc>
                <a:spcPct val="100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3AE0F91E-2C58-7B1F-26A7-E0C14654B92E}"/>
              </a:ext>
            </a:extLst>
          </p:cNvPr>
          <p:cNvPicPr>
            <a:picLocks noChangeAspect="1"/>
          </p:cNvPicPr>
          <p:nvPr userDrawn="1"/>
        </p:nvPicPr>
        <p:blipFill>
          <a:blip r:embed="rId6"/>
          <a:stretch>
            <a:fillRect/>
          </a:stretch>
        </p:blipFill>
        <p:spPr>
          <a:xfrm>
            <a:off x="526473" y="6098924"/>
            <a:ext cx="514852" cy="514852"/>
          </a:xfrm>
          <a:prstGeom prst="rect">
            <a:avLst/>
          </a:prstGeom>
        </p:spPr>
      </p:pic>
      <p:pic>
        <p:nvPicPr>
          <p:cNvPr id="6" name="Picture 5" descr="A purple text on a black background&#10;&#10;AI-generated content may be incorrect.">
            <a:extLst>
              <a:ext uri="{FF2B5EF4-FFF2-40B4-BE49-F238E27FC236}">
                <a16:creationId xmlns:a16="http://schemas.microsoft.com/office/drawing/2014/main" id="{5E0B1D15-EB5D-0E59-6F0B-65DE96621529}"/>
              </a:ext>
            </a:extLst>
          </p:cNvPr>
          <p:cNvPicPr>
            <a:picLocks noChangeAspect="1"/>
          </p:cNvPicPr>
          <p:nvPr userDrawn="1"/>
        </p:nvPicPr>
        <p:blipFill>
          <a:blip r:embed="rId7"/>
          <a:stretch>
            <a:fillRect/>
          </a:stretch>
        </p:blipFill>
        <p:spPr>
          <a:xfrm>
            <a:off x="126999" y="335859"/>
            <a:ext cx="4207934" cy="1522947"/>
          </a:xfrm>
          <a:prstGeom prst="rect">
            <a:avLst/>
          </a:prstGeom>
        </p:spPr>
      </p:pic>
    </p:spTree>
    <p:extLst>
      <p:ext uri="{BB962C8B-B14F-4D97-AF65-F5344CB8AC3E}">
        <p14:creationId xmlns:p14="http://schemas.microsoft.com/office/powerpoint/2010/main" val="583741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vider Slide_Option 1">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7E426770-9354-6C1F-76D7-5501A928141D}"/>
              </a:ext>
            </a:extLst>
          </p:cNvPr>
          <p:cNvGraphicFramePr>
            <a:graphicFrameLocks noChangeAspect="1"/>
          </p:cNvGraphicFramePr>
          <p:nvPr userDrawn="1">
            <p:custDataLst>
              <p:tags r:id="rId1"/>
            </p:custDataLst>
            <p:extLst>
              <p:ext uri="{D42A27DB-BD31-4B8C-83A1-F6EECF244321}">
                <p14:modId xmlns:p14="http://schemas.microsoft.com/office/powerpoint/2010/main" val="1485178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4" name="think-cell data - do not delete" hidden="1">
                        <a:extLst>
                          <a:ext uri="{FF2B5EF4-FFF2-40B4-BE49-F238E27FC236}">
                            <a16:creationId xmlns:a16="http://schemas.microsoft.com/office/drawing/2014/main" id="{7E426770-9354-6C1F-76D7-5501A9281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24B65B8E-53AA-2BA9-D5F8-3B15CF247DE8}"/>
              </a:ext>
            </a:extLst>
          </p:cNvPr>
          <p:cNvSpPr/>
          <p:nvPr userDrawn="1"/>
        </p:nvSpPr>
        <p:spPr>
          <a:xfrm>
            <a:off x="1"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8" name="Picture 7" descr="A blue background with many triangles&#10;&#10;Description automatically generated">
            <a:extLst>
              <a:ext uri="{FF2B5EF4-FFF2-40B4-BE49-F238E27FC236}">
                <a16:creationId xmlns:a16="http://schemas.microsoft.com/office/drawing/2014/main" id="{1C60DCE1-E733-B570-FC8F-06C5396156DE}"/>
              </a:ext>
            </a:extLst>
          </p:cNvPr>
          <p:cNvPicPr>
            <a:picLocks noChangeAspect="1"/>
          </p:cNvPicPr>
          <p:nvPr userDrawn="1"/>
        </p:nvPicPr>
        <p:blipFill>
          <a:blip r:embed="rId5"/>
          <a:stretch>
            <a:fillRect/>
          </a:stretch>
        </p:blipFill>
        <p:spPr>
          <a:xfrm flipH="1">
            <a:off x="0" y="0"/>
            <a:ext cx="12192000" cy="6858000"/>
          </a:xfrm>
          <a:prstGeom prst="rect">
            <a:avLst/>
          </a:prstGeom>
        </p:spPr>
      </p:pic>
      <p:pic>
        <p:nvPicPr>
          <p:cNvPr id="4" name="Picture 3">
            <a:extLst>
              <a:ext uri="{FF2B5EF4-FFF2-40B4-BE49-F238E27FC236}">
                <a16:creationId xmlns:a16="http://schemas.microsoft.com/office/drawing/2014/main" id="{1C465A68-9EB7-9534-EAE4-2B7C1F8B1315}"/>
              </a:ext>
            </a:extLst>
          </p:cNvPr>
          <p:cNvPicPr>
            <a:picLocks noChangeAspect="1"/>
          </p:cNvPicPr>
          <p:nvPr userDrawn="1"/>
        </p:nvPicPr>
        <p:blipFill>
          <a:blip r:embed="rId6"/>
          <a:stretch>
            <a:fillRect/>
          </a:stretch>
        </p:blipFill>
        <p:spPr>
          <a:xfrm>
            <a:off x="8499501" y="537960"/>
            <a:ext cx="3089761" cy="1168516"/>
          </a:xfrm>
          <a:prstGeom prst="rect">
            <a:avLst/>
          </a:prstGeom>
        </p:spPr>
      </p:pic>
      <p:sp>
        <p:nvSpPr>
          <p:cNvPr id="2" name="Title 1">
            <a:extLst>
              <a:ext uri="{FF2B5EF4-FFF2-40B4-BE49-F238E27FC236}">
                <a16:creationId xmlns:a16="http://schemas.microsoft.com/office/drawing/2014/main" id="{3503339F-A983-8D51-2FE1-B9D3605E5DF7}"/>
              </a:ext>
            </a:extLst>
          </p:cNvPr>
          <p:cNvSpPr>
            <a:spLocks noGrp="1"/>
          </p:cNvSpPr>
          <p:nvPr>
            <p:ph type="ctrTitle" hasCustomPrompt="1"/>
          </p:nvPr>
        </p:nvSpPr>
        <p:spPr>
          <a:xfrm>
            <a:off x="4113736" y="2722418"/>
            <a:ext cx="7475525" cy="1857810"/>
          </a:xfrm>
        </p:spPr>
        <p:txBody>
          <a:bodyPr vert="horz" anchor="b">
            <a:normAutofit/>
          </a:bodyPr>
          <a:lstStyle>
            <a:lvl1pPr algn="l">
              <a:defRPr sz="4400">
                <a:solidFill>
                  <a:srgbClr val="00FDFD"/>
                </a:solidFill>
              </a:defRPr>
            </a:lvl1pPr>
          </a:lstStyle>
          <a:p>
            <a:r>
              <a:rPr lang="en-US"/>
              <a:t>Divider Title to go here</a:t>
            </a:r>
          </a:p>
        </p:txBody>
      </p:sp>
      <p:sp>
        <p:nvSpPr>
          <p:cNvPr id="3" name="Subtitle 2">
            <a:extLst>
              <a:ext uri="{FF2B5EF4-FFF2-40B4-BE49-F238E27FC236}">
                <a16:creationId xmlns:a16="http://schemas.microsoft.com/office/drawing/2014/main" id="{14043789-AE99-22B0-517C-1F825485E656}"/>
              </a:ext>
            </a:extLst>
          </p:cNvPr>
          <p:cNvSpPr>
            <a:spLocks noGrp="1"/>
          </p:cNvSpPr>
          <p:nvPr>
            <p:ph type="subTitle" idx="1"/>
          </p:nvPr>
        </p:nvSpPr>
        <p:spPr>
          <a:xfrm>
            <a:off x="4113737" y="4672304"/>
            <a:ext cx="7475524" cy="1063478"/>
          </a:xfrm>
        </p:spPr>
        <p:txBody>
          <a:bodyPr/>
          <a:lstStyle>
            <a:lvl1pPr marL="0" indent="0" algn="l">
              <a:buNone/>
              <a:defRPr sz="24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645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_Option 2">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2978C86-403D-76B7-412B-98693B31D46E}"/>
              </a:ext>
            </a:extLst>
          </p:cNvPr>
          <p:cNvGraphicFramePr>
            <a:graphicFrameLocks noChangeAspect="1"/>
          </p:cNvGraphicFramePr>
          <p:nvPr userDrawn="1">
            <p:custDataLst>
              <p:tags r:id="rId1"/>
            </p:custDataLst>
            <p:extLst>
              <p:ext uri="{D42A27DB-BD31-4B8C-83A1-F6EECF244321}">
                <p14:modId xmlns:p14="http://schemas.microsoft.com/office/powerpoint/2010/main" val="14585445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3" name="think-cell data - do not delete" hidden="1">
                        <a:extLst>
                          <a:ext uri="{FF2B5EF4-FFF2-40B4-BE49-F238E27FC236}">
                            <a16:creationId xmlns:a16="http://schemas.microsoft.com/office/drawing/2014/main" id="{02978C86-403D-76B7-412B-98693B31D4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A8857038-BD64-1363-426B-A348A5E7FABE}"/>
              </a:ext>
            </a:extLst>
          </p:cNvPr>
          <p:cNvSpPr/>
          <p:nvPr userDrawn="1"/>
        </p:nvSpPr>
        <p:spPr>
          <a:xfrm>
            <a:off x="1"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5" name="Picture 4" descr="A blue background with triangles&#10;&#10;Description automatically generated">
            <a:extLst>
              <a:ext uri="{FF2B5EF4-FFF2-40B4-BE49-F238E27FC236}">
                <a16:creationId xmlns:a16="http://schemas.microsoft.com/office/drawing/2014/main" id="{85841D34-2098-96D1-507B-C377BDD77D9D}"/>
              </a:ext>
            </a:extLst>
          </p:cNvPr>
          <p:cNvPicPr>
            <a:picLocks noChangeAspect="1"/>
          </p:cNvPicPr>
          <p:nvPr userDrawn="1"/>
        </p:nvPicPr>
        <p:blipFill>
          <a:blip r:embed="rId5"/>
          <a:stretch>
            <a:fillRect/>
          </a:stretch>
        </p:blipFill>
        <p:spPr>
          <a:xfrm flipH="1">
            <a:off x="0" y="0"/>
            <a:ext cx="12192000" cy="6858000"/>
          </a:xfrm>
          <a:prstGeom prst="rect">
            <a:avLst/>
          </a:prstGeom>
        </p:spPr>
      </p:pic>
      <p:sp>
        <p:nvSpPr>
          <p:cNvPr id="6" name="Title 1">
            <a:extLst>
              <a:ext uri="{FF2B5EF4-FFF2-40B4-BE49-F238E27FC236}">
                <a16:creationId xmlns:a16="http://schemas.microsoft.com/office/drawing/2014/main" id="{1AB0203A-93C9-1844-EB75-ECA9A0D63F81}"/>
              </a:ext>
            </a:extLst>
          </p:cNvPr>
          <p:cNvSpPr>
            <a:spLocks noGrp="1"/>
          </p:cNvSpPr>
          <p:nvPr>
            <p:ph type="ctrTitle" hasCustomPrompt="1"/>
          </p:nvPr>
        </p:nvSpPr>
        <p:spPr>
          <a:xfrm>
            <a:off x="4113736" y="2722418"/>
            <a:ext cx="7475526" cy="1857810"/>
          </a:xfrm>
        </p:spPr>
        <p:txBody>
          <a:bodyPr vert="horz" anchor="b">
            <a:normAutofit/>
          </a:bodyPr>
          <a:lstStyle>
            <a:lvl1pPr algn="l">
              <a:defRPr sz="4400">
                <a:solidFill>
                  <a:srgbClr val="00FDFD"/>
                </a:solidFill>
              </a:defRPr>
            </a:lvl1pPr>
          </a:lstStyle>
          <a:p>
            <a:r>
              <a:rPr lang="en-US"/>
              <a:t>Divider Title to go here</a:t>
            </a:r>
          </a:p>
        </p:txBody>
      </p:sp>
      <p:sp>
        <p:nvSpPr>
          <p:cNvPr id="7" name="Subtitle 2">
            <a:extLst>
              <a:ext uri="{FF2B5EF4-FFF2-40B4-BE49-F238E27FC236}">
                <a16:creationId xmlns:a16="http://schemas.microsoft.com/office/drawing/2014/main" id="{2C6429AE-A888-2593-4AA9-CE7B6686C245}"/>
              </a:ext>
            </a:extLst>
          </p:cNvPr>
          <p:cNvSpPr>
            <a:spLocks noGrp="1"/>
          </p:cNvSpPr>
          <p:nvPr>
            <p:ph type="subTitle" idx="1"/>
          </p:nvPr>
        </p:nvSpPr>
        <p:spPr>
          <a:xfrm>
            <a:off x="4113736" y="4672304"/>
            <a:ext cx="7475526" cy="1063478"/>
          </a:xfrm>
        </p:spPr>
        <p:txBody>
          <a:bodyPr/>
          <a:lstStyle>
            <a:lvl1pPr marL="0" indent="0" algn="l">
              <a:buNone/>
              <a:defRPr sz="24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B467E835-5848-048F-3CCA-4685BDE8AF05}"/>
              </a:ext>
            </a:extLst>
          </p:cNvPr>
          <p:cNvPicPr>
            <a:picLocks noChangeAspect="1"/>
          </p:cNvPicPr>
          <p:nvPr userDrawn="1"/>
        </p:nvPicPr>
        <p:blipFill>
          <a:blip r:embed="rId6"/>
          <a:stretch>
            <a:fillRect/>
          </a:stretch>
        </p:blipFill>
        <p:spPr>
          <a:xfrm>
            <a:off x="8499501" y="537960"/>
            <a:ext cx="3089761" cy="1168516"/>
          </a:xfrm>
          <a:prstGeom prst="rect">
            <a:avLst/>
          </a:prstGeom>
        </p:spPr>
      </p:pic>
    </p:spTree>
    <p:extLst>
      <p:ext uri="{BB962C8B-B14F-4D97-AF65-F5344CB8AC3E}">
        <p14:creationId xmlns:p14="http://schemas.microsoft.com/office/powerpoint/2010/main" val="1486073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_Option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F9718E9-6130-9132-700B-69F98D7C60FD}"/>
              </a:ext>
            </a:extLst>
          </p:cNvPr>
          <p:cNvGraphicFramePr>
            <a:graphicFrameLocks noChangeAspect="1"/>
          </p:cNvGraphicFramePr>
          <p:nvPr userDrawn="1">
            <p:custDataLst>
              <p:tags r:id="rId1"/>
            </p:custDataLst>
            <p:extLst>
              <p:ext uri="{D42A27DB-BD31-4B8C-83A1-F6EECF244321}">
                <p14:modId xmlns:p14="http://schemas.microsoft.com/office/powerpoint/2010/main" val="1175377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8" name="think-cell data - do not delete" hidden="1">
                        <a:extLst>
                          <a:ext uri="{FF2B5EF4-FFF2-40B4-BE49-F238E27FC236}">
                            <a16:creationId xmlns:a16="http://schemas.microsoft.com/office/drawing/2014/main" id="{5F9718E9-6130-9132-700B-69F98D7C60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2B5D6569-F227-AB15-63A7-B0BDDC0E7133}"/>
              </a:ext>
            </a:extLst>
          </p:cNvPr>
          <p:cNvSpPr/>
          <p:nvPr userDrawn="1"/>
        </p:nvSpPr>
        <p:spPr>
          <a:xfrm>
            <a:off x="1" y="0"/>
            <a:ext cx="12192000" cy="6858000"/>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5" name="Picture 4" descr="A blue background with many triangles&#10;&#10;Description automatically generated with medium confidence">
            <a:extLst>
              <a:ext uri="{FF2B5EF4-FFF2-40B4-BE49-F238E27FC236}">
                <a16:creationId xmlns:a16="http://schemas.microsoft.com/office/drawing/2014/main" id="{D65111D5-072D-5841-A404-514792A6F8CF}"/>
              </a:ext>
            </a:extLst>
          </p:cNvPr>
          <p:cNvPicPr>
            <a:picLocks noChangeAspect="1"/>
          </p:cNvPicPr>
          <p:nvPr userDrawn="1"/>
        </p:nvPicPr>
        <p:blipFill>
          <a:blip r:embed="rId5"/>
          <a:stretch>
            <a:fillRect/>
          </a:stretch>
        </p:blipFill>
        <p:spPr>
          <a:xfrm flipH="1">
            <a:off x="0" y="0"/>
            <a:ext cx="12192000" cy="6858000"/>
          </a:xfrm>
          <a:prstGeom prst="rect">
            <a:avLst/>
          </a:prstGeom>
        </p:spPr>
      </p:pic>
      <p:sp>
        <p:nvSpPr>
          <p:cNvPr id="16" name="Title 1">
            <a:extLst>
              <a:ext uri="{FF2B5EF4-FFF2-40B4-BE49-F238E27FC236}">
                <a16:creationId xmlns:a16="http://schemas.microsoft.com/office/drawing/2014/main" id="{00EC95CC-405B-AE72-E1F8-1B8310E71EC8}"/>
              </a:ext>
            </a:extLst>
          </p:cNvPr>
          <p:cNvSpPr>
            <a:spLocks noGrp="1"/>
          </p:cNvSpPr>
          <p:nvPr>
            <p:ph type="ctrTitle" hasCustomPrompt="1"/>
          </p:nvPr>
        </p:nvSpPr>
        <p:spPr>
          <a:xfrm>
            <a:off x="4113736" y="2722418"/>
            <a:ext cx="7475525" cy="1857810"/>
          </a:xfrm>
        </p:spPr>
        <p:txBody>
          <a:bodyPr vert="horz" anchor="b">
            <a:normAutofit/>
          </a:bodyPr>
          <a:lstStyle>
            <a:lvl1pPr algn="l">
              <a:defRPr sz="4400">
                <a:solidFill>
                  <a:srgbClr val="00FDFD"/>
                </a:solidFill>
              </a:defRPr>
            </a:lvl1pPr>
          </a:lstStyle>
          <a:p>
            <a:r>
              <a:rPr lang="en-US"/>
              <a:t>Divider Title to go here</a:t>
            </a:r>
          </a:p>
        </p:txBody>
      </p:sp>
      <p:sp>
        <p:nvSpPr>
          <p:cNvPr id="17" name="Subtitle 2">
            <a:extLst>
              <a:ext uri="{FF2B5EF4-FFF2-40B4-BE49-F238E27FC236}">
                <a16:creationId xmlns:a16="http://schemas.microsoft.com/office/drawing/2014/main" id="{952C7FD8-C9B5-93E7-5890-48B6B4541175}"/>
              </a:ext>
            </a:extLst>
          </p:cNvPr>
          <p:cNvSpPr>
            <a:spLocks noGrp="1"/>
          </p:cNvSpPr>
          <p:nvPr>
            <p:ph type="subTitle" idx="1"/>
          </p:nvPr>
        </p:nvSpPr>
        <p:spPr>
          <a:xfrm>
            <a:off x="4113737" y="4672304"/>
            <a:ext cx="7475524" cy="1063478"/>
          </a:xfrm>
        </p:spPr>
        <p:txBody>
          <a:bodyPr/>
          <a:lstStyle>
            <a:lvl1pPr marL="0" indent="0" algn="l">
              <a:buNone/>
              <a:defRPr sz="24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B8D505B-DC4B-FA84-5A3C-AF34D546B4A7}"/>
              </a:ext>
            </a:extLst>
          </p:cNvPr>
          <p:cNvPicPr>
            <a:picLocks noChangeAspect="1"/>
          </p:cNvPicPr>
          <p:nvPr userDrawn="1"/>
        </p:nvPicPr>
        <p:blipFill>
          <a:blip r:embed="rId6"/>
          <a:stretch>
            <a:fillRect/>
          </a:stretch>
        </p:blipFill>
        <p:spPr>
          <a:xfrm>
            <a:off x="8499501" y="537960"/>
            <a:ext cx="3089761" cy="1168516"/>
          </a:xfrm>
          <a:prstGeom prst="rect">
            <a:avLst/>
          </a:prstGeom>
        </p:spPr>
      </p:pic>
    </p:spTree>
    <p:extLst>
      <p:ext uri="{BB962C8B-B14F-4D97-AF65-F5344CB8AC3E}">
        <p14:creationId xmlns:p14="http://schemas.microsoft.com/office/powerpoint/2010/main" val="1866961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pic>
        <p:nvPicPr>
          <p:cNvPr id="6" name="Picture 5" descr="A white background with black dots&#10;&#10;Description automatically generated">
            <a:extLst>
              <a:ext uri="{FF2B5EF4-FFF2-40B4-BE49-F238E27FC236}">
                <a16:creationId xmlns:a16="http://schemas.microsoft.com/office/drawing/2014/main" id="{1F446AF9-4F54-D7D5-CD2F-EC8BA1DD99B5}"/>
              </a:ext>
            </a:extLst>
          </p:cNvPr>
          <p:cNvPicPr>
            <a:picLocks noChangeAspect="1"/>
          </p:cNvPicPr>
          <p:nvPr userDrawn="1"/>
        </p:nvPicPr>
        <p:blipFill rotWithShape="1">
          <a:blip r:embed="rId2"/>
          <a:srcRect b="7087"/>
          <a:stretch/>
        </p:blipFill>
        <p:spPr>
          <a:xfrm>
            <a:off x="-1" y="0"/>
            <a:ext cx="12192001" cy="6372000"/>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463064" y="1753607"/>
            <a:ext cx="10312966" cy="4572000"/>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916E3517-5545-01E2-449A-7598E2A219B7}"/>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2" name="Content Placeholder 2">
            <a:extLst>
              <a:ext uri="{FF2B5EF4-FFF2-40B4-BE49-F238E27FC236}">
                <a16:creationId xmlns:a16="http://schemas.microsoft.com/office/drawing/2014/main" id="{450107AE-F725-723A-3FBA-86B9B634553C}"/>
              </a:ext>
            </a:extLst>
          </p:cNvPr>
          <p:cNvSpPr>
            <a:spLocks noGrp="1"/>
          </p:cNvSpPr>
          <p:nvPr>
            <p:ph idx="12"/>
          </p:nvPr>
        </p:nvSpPr>
        <p:spPr>
          <a:xfrm>
            <a:off x="463064" y="1139980"/>
            <a:ext cx="10312966" cy="562220"/>
          </a:xfrm>
        </p:spPr>
        <p:txBody>
          <a:bodyPr anchor="ctr"/>
          <a:lstStyle>
            <a:lvl1pPr marL="0" indent="0">
              <a:buNone/>
              <a:defRPr b="1"/>
            </a:lvl1pPr>
          </a:lstStyle>
          <a:p>
            <a:pPr lvl="0"/>
            <a:r>
              <a:rPr lang="en-US"/>
              <a:t>Click to edit Master text styles</a:t>
            </a:r>
          </a:p>
        </p:txBody>
      </p:sp>
      <p:sp>
        <p:nvSpPr>
          <p:cNvPr id="7" name="Footer Placeholder 4">
            <a:extLst>
              <a:ext uri="{FF2B5EF4-FFF2-40B4-BE49-F238E27FC236}">
                <a16:creationId xmlns:a16="http://schemas.microsoft.com/office/drawing/2014/main" id="{4F2524CE-FBF0-84A5-3678-CB5514CB6407}"/>
              </a:ext>
            </a:extLst>
          </p:cNvPr>
          <p:cNvSpPr>
            <a:spLocks noGrp="1"/>
          </p:cNvSpPr>
          <p:nvPr>
            <p:ph type="ftr" sz="quarter" idx="11"/>
          </p:nvPr>
        </p:nvSpPr>
        <p:spPr>
          <a:xfrm>
            <a:off x="463065"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5" name="Picture 4" descr="A purple letters on a black background&#10;&#10;Description automatically generated">
            <a:extLst>
              <a:ext uri="{FF2B5EF4-FFF2-40B4-BE49-F238E27FC236}">
                <a16:creationId xmlns:a16="http://schemas.microsoft.com/office/drawing/2014/main" id="{1DE71208-23AB-B112-ECFA-9C43BDD181DF}"/>
              </a:ext>
            </a:extLst>
          </p:cNvPr>
          <p:cNvPicPr>
            <a:picLocks noChangeAspect="1"/>
          </p:cNvPicPr>
          <p:nvPr userDrawn="1"/>
        </p:nvPicPr>
        <p:blipFill>
          <a:blip r:embed="rId3"/>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3470231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age_No subheader">
    <p:spTree>
      <p:nvGrpSpPr>
        <p:cNvPr id="1" name=""/>
        <p:cNvGrpSpPr/>
        <p:nvPr/>
      </p:nvGrpSpPr>
      <p:grpSpPr>
        <a:xfrm>
          <a:off x="0" y="0"/>
          <a:ext cx="0" cy="0"/>
          <a:chOff x="0" y="0"/>
          <a:chExt cx="0" cy="0"/>
        </a:xfrm>
      </p:grpSpPr>
      <p:pic>
        <p:nvPicPr>
          <p:cNvPr id="4" name="Picture 3" descr="A white background with black dots&#10;&#10;Description automatically generated">
            <a:extLst>
              <a:ext uri="{FF2B5EF4-FFF2-40B4-BE49-F238E27FC236}">
                <a16:creationId xmlns:a16="http://schemas.microsoft.com/office/drawing/2014/main" id="{62A7B2B9-D8B7-D789-3108-4EAE7D371561}"/>
              </a:ext>
            </a:extLst>
          </p:cNvPr>
          <p:cNvPicPr>
            <a:picLocks noChangeAspect="1"/>
          </p:cNvPicPr>
          <p:nvPr userDrawn="1"/>
        </p:nvPicPr>
        <p:blipFill rotWithShape="1">
          <a:blip r:embed="rId2"/>
          <a:srcRect b="7087"/>
          <a:stretch/>
        </p:blipFill>
        <p:spPr>
          <a:xfrm>
            <a:off x="-1" y="0"/>
            <a:ext cx="12192001" cy="6372000"/>
          </a:xfrm>
          <a:prstGeom prst="rect">
            <a:avLst/>
          </a:prstGeom>
        </p:spPr>
      </p:pic>
      <p:sp>
        <p:nvSpPr>
          <p:cNvPr id="2" name="Content Placeholder 2">
            <a:extLst>
              <a:ext uri="{FF2B5EF4-FFF2-40B4-BE49-F238E27FC236}">
                <a16:creationId xmlns:a16="http://schemas.microsoft.com/office/drawing/2014/main" id="{F0705D2C-17F1-55E7-56A5-DB1E7F703C8F}"/>
              </a:ext>
            </a:extLst>
          </p:cNvPr>
          <p:cNvSpPr>
            <a:spLocks noGrp="1"/>
          </p:cNvSpPr>
          <p:nvPr>
            <p:ph idx="1" hasCustomPrompt="1"/>
          </p:nvPr>
        </p:nvSpPr>
        <p:spPr>
          <a:xfrm>
            <a:off x="463064" y="1141200"/>
            <a:ext cx="10312966" cy="5179481"/>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6" name="Title 8">
            <a:extLst>
              <a:ext uri="{FF2B5EF4-FFF2-40B4-BE49-F238E27FC236}">
                <a16:creationId xmlns:a16="http://schemas.microsoft.com/office/drawing/2014/main" id="{89E6AE32-AA2E-7503-C335-B8FD441C727E}"/>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3" name="Footer Placeholder 4">
            <a:extLst>
              <a:ext uri="{FF2B5EF4-FFF2-40B4-BE49-F238E27FC236}">
                <a16:creationId xmlns:a16="http://schemas.microsoft.com/office/drawing/2014/main" id="{8DCBF6ED-AEE4-C0B8-AACD-46FE663F8AC0}"/>
              </a:ext>
            </a:extLst>
          </p:cNvPr>
          <p:cNvSpPr>
            <a:spLocks noGrp="1"/>
          </p:cNvSpPr>
          <p:nvPr>
            <p:ph type="ftr" sz="quarter" idx="11"/>
          </p:nvPr>
        </p:nvSpPr>
        <p:spPr>
          <a:xfrm>
            <a:off x="463065"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5" name="Picture 4" descr="A purple letters on a black background&#10;&#10;Description automatically generated">
            <a:extLst>
              <a:ext uri="{FF2B5EF4-FFF2-40B4-BE49-F238E27FC236}">
                <a16:creationId xmlns:a16="http://schemas.microsoft.com/office/drawing/2014/main" id="{F613E55A-6C41-F5FB-B78F-126F9680E4EB}"/>
              </a:ext>
            </a:extLst>
          </p:cNvPr>
          <p:cNvPicPr>
            <a:picLocks noChangeAspect="1"/>
          </p:cNvPicPr>
          <p:nvPr userDrawn="1"/>
        </p:nvPicPr>
        <p:blipFill>
          <a:blip r:embed="rId3"/>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114254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Columns">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882BC216-C45A-338A-9655-401B85700EBF}"/>
              </a:ext>
            </a:extLst>
          </p:cNvPr>
          <p:cNvPicPr>
            <a:picLocks noChangeAspect="1"/>
          </p:cNvPicPr>
          <p:nvPr userDrawn="1"/>
        </p:nvPicPr>
        <p:blipFill rotWithShape="1">
          <a:blip r:embed="rId2"/>
          <a:srcRect b="7769"/>
          <a:stretch/>
        </p:blipFill>
        <p:spPr>
          <a:xfrm>
            <a:off x="-1" y="0"/>
            <a:ext cx="12192001" cy="6325200"/>
          </a:xfrm>
          <a:prstGeom prst="rect">
            <a:avLst/>
          </a:prstGeom>
        </p:spPr>
      </p:pic>
      <p:sp>
        <p:nvSpPr>
          <p:cNvPr id="3" name="Text Placeholder 2">
            <a:extLst>
              <a:ext uri="{FF2B5EF4-FFF2-40B4-BE49-F238E27FC236}">
                <a16:creationId xmlns:a16="http://schemas.microsoft.com/office/drawing/2014/main" id="{75F62538-C6AE-428D-5820-E1425353545A}"/>
              </a:ext>
            </a:extLst>
          </p:cNvPr>
          <p:cNvSpPr>
            <a:spLocks noGrp="1"/>
          </p:cNvSpPr>
          <p:nvPr>
            <p:ph type="body" idx="1"/>
          </p:nvPr>
        </p:nvSpPr>
        <p:spPr>
          <a:xfrm>
            <a:off x="463064" y="1141200"/>
            <a:ext cx="5076000" cy="561600"/>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31BDF3-886C-A08D-08E3-908084CEEB96}"/>
              </a:ext>
            </a:extLst>
          </p:cNvPr>
          <p:cNvSpPr>
            <a:spLocks noGrp="1"/>
          </p:cNvSpPr>
          <p:nvPr>
            <p:ph sz="half" idx="2"/>
          </p:nvPr>
        </p:nvSpPr>
        <p:spPr>
          <a:xfrm>
            <a:off x="463064" y="1753200"/>
            <a:ext cx="5076000" cy="4572000"/>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C900618-0461-FC9A-D343-DBDDB06885DB}"/>
              </a:ext>
            </a:extLst>
          </p:cNvPr>
          <p:cNvSpPr>
            <a:spLocks noGrp="1"/>
          </p:cNvSpPr>
          <p:nvPr>
            <p:ph type="body" sz="quarter" idx="3"/>
          </p:nvPr>
        </p:nvSpPr>
        <p:spPr>
          <a:xfrm>
            <a:off x="5700029" y="1141200"/>
            <a:ext cx="5076001" cy="561600"/>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09FEC-48A0-AE4C-A1E9-82A5E49A9C78}"/>
              </a:ext>
            </a:extLst>
          </p:cNvPr>
          <p:cNvSpPr>
            <a:spLocks noGrp="1"/>
          </p:cNvSpPr>
          <p:nvPr>
            <p:ph sz="quarter" idx="4"/>
          </p:nvPr>
        </p:nvSpPr>
        <p:spPr>
          <a:xfrm>
            <a:off x="5700030" y="1753200"/>
            <a:ext cx="5076000" cy="4572000"/>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2" name="Title 8">
            <a:extLst>
              <a:ext uri="{FF2B5EF4-FFF2-40B4-BE49-F238E27FC236}">
                <a16:creationId xmlns:a16="http://schemas.microsoft.com/office/drawing/2014/main" id="{16F3DAE5-994B-4289-1694-B31370E51AA3}"/>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8" name="Footer Placeholder 4">
            <a:extLst>
              <a:ext uri="{FF2B5EF4-FFF2-40B4-BE49-F238E27FC236}">
                <a16:creationId xmlns:a16="http://schemas.microsoft.com/office/drawing/2014/main" id="{AF4E0012-F14A-E253-B5F7-FDF2F88F2007}"/>
              </a:ext>
            </a:extLst>
          </p:cNvPr>
          <p:cNvSpPr>
            <a:spLocks noGrp="1"/>
          </p:cNvSpPr>
          <p:nvPr>
            <p:ph type="ftr" sz="quarter" idx="11"/>
          </p:nvPr>
        </p:nvSpPr>
        <p:spPr>
          <a:xfrm>
            <a:off x="463065"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9" name="Picture 8" descr="A purple letters on a black background&#10;&#10;Description automatically generated">
            <a:extLst>
              <a:ext uri="{FF2B5EF4-FFF2-40B4-BE49-F238E27FC236}">
                <a16:creationId xmlns:a16="http://schemas.microsoft.com/office/drawing/2014/main" id="{EA1558ED-C191-4B0F-9392-D7457A562E3F}"/>
              </a:ext>
            </a:extLst>
          </p:cNvPr>
          <p:cNvPicPr>
            <a:picLocks noChangeAspect="1"/>
          </p:cNvPicPr>
          <p:nvPr userDrawn="1"/>
        </p:nvPicPr>
        <p:blipFill>
          <a:blip r:embed="rId3"/>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1704645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Columns_No subheader">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882BC216-C45A-338A-9655-401B85700EBF}"/>
              </a:ext>
            </a:extLst>
          </p:cNvPr>
          <p:cNvPicPr>
            <a:picLocks noChangeAspect="1"/>
          </p:cNvPicPr>
          <p:nvPr userDrawn="1"/>
        </p:nvPicPr>
        <p:blipFill rotWithShape="1">
          <a:blip r:embed="rId2"/>
          <a:srcRect b="7893"/>
          <a:stretch/>
        </p:blipFill>
        <p:spPr>
          <a:xfrm>
            <a:off x="-1" y="0"/>
            <a:ext cx="12192001" cy="6316704"/>
          </a:xfrm>
          <a:prstGeom prst="rect">
            <a:avLst/>
          </a:prstGeom>
        </p:spPr>
      </p:pic>
      <p:sp>
        <p:nvSpPr>
          <p:cNvPr id="2" name="Content Placeholder 3">
            <a:extLst>
              <a:ext uri="{FF2B5EF4-FFF2-40B4-BE49-F238E27FC236}">
                <a16:creationId xmlns:a16="http://schemas.microsoft.com/office/drawing/2014/main" id="{6D0995C9-0501-6798-C4CC-660AA968E473}"/>
              </a:ext>
            </a:extLst>
          </p:cNvPr>
          <p:cNvSpPr>
            <a:spLocks noGrp="1"/>
          </p:cNvSpPr>
          <p:nvPr>
            <p:ph sz="half" idx="2"/>
          </p:nvPr>
        </p:nvSpPr>
        <p:spPr>
          <a:xfrm>
            <a:off x="463063" y="1141200"/>
            <a:ext cx="5076000" cy="5175504"/>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3" name="Content Placeholder 5">
            <a:extLst>
              <a:ext uri="{FF2B5EF4-FFF2-40B4-BE49-F238E27FC236}">
                <a16:creationId xmlns:a16="http://schemas.microsoft.com/office/drawing/2014/main" id="{667110BA-1155-7DE6-8ED3-022FC53349A9}"/>
              </a:ext>
            </a:extLst>
          </p:cNvPr>
          <p:cNvSpPr>
            <a:spLocks noGrp="1"/>
          </p:cNvSpPr>
          <p:nvPr>
            <p:ph sz="quarter" idx="4"/>
          </p:nvPr>
        </p:nvSpPr>
        <p:spPr>
          <a:xfrm>
            <a:off x="5700030" y="1141200"/>
            <a:ext cx="5076000" cy="5175504"/>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5" name="Title 8">
            <a:extLst>
              <a:ext uri="{FF2B5EF4-FFF2-40B4-BE49-F238E27FC236}">
                <a16:creationId xmlns:a16="http://schemas.microsoft.com/office/drawing/2014/main" id="{A6A3EF61-295F-E8AB-FDD3-D29EE7C3E3BE}"/>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4" name="Footer Placeholder 4">
            <a:extLst>
              <a:ext uri="{FF2B5EF4-FFF2-40B4-BE49-F238E27FC236}">
                <a16:creationId xmlns:a16="http://schemas.microsoft.com/office/drawing/2014/main" id="{F3115882-898A-33F4-A18B-981868ADCDC3}"/>
              </a:ext>
            </a:extLst>
          </p:cNvPr>
          <p:cNvSpPr>
            <a:spLocks noGrp="1"/>
          </p:cNvSpPr>
          <p:nvPr>
            <p:ph type="ftr" sz="quarter" idx="11"/>
          </p:nvPr>
        </p:nvSpPr>
        <p:spPr>
          <a:xfrm>
            <a:off x="463065"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6" name="Picture 5" descr="A purple letters on a black background&#10;&#10;Description automatically generated">
            <a:extLst>
              <a:ext uri="{FF2B5EF4-FFF2-40B4-BE49-F238E27FC236}">
                <a16:creationId xmlns:a16="http://schemas.microsoft.com/office/drawing/2014/main" id="{45D98A52-B9DB-1641-99F9-A70E1668CDED}"/>
              </a:ext>
            </a:extLst>
          </p:cNvPr>
          <p:cNvPicPr>
            <a:picLocks noChangeAspect="1"/>
          </p:cNvPicPr>
          <p:nvPr userDrawn="1"/>
        </p:nvPicPr>
        <p:blipFill>
          <a:blip r:embed="rId3"/>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909712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tient case_Option 1">
    <p:spTree>
      <p:nvGrpSpPr>
        <p:cNvPr id="1" name=""/>
        <p:cNvGrpSpPr/>
        <p:nvPr/>
      </p:nvGrpSpPr>
      <p:grpSpPr>
        <a:xfrm>
          <a:off x="0" y="0"/>
          <a:ext cx="0" cy="0"/>
          <a:chOff x="0" y="0"/>
          <a:chExt cx="0" cy="0"/>
        </a:xfrm>
      </p:grpSpPr>
      <p:pic>
        <p:nvPicPr>
          <p:cNvPr id="3" name="Picture 2" descr="A white background with black dots&#10;&#10;Description automatically generated">
            <a:extLst>
              <a:ext uri="{FF2B5EF4-FFF2-40B4-BE49-F238E27FC236}">
                <a16:creationId xmlns:a16="http://schemas.microsoft.com/office/drawing/2014/main" id="{6CA314BC-3822-2379-205E-E899F2D26278}"/>
              </a:ext>
            </a:extLst>
          </p:cNvPr>
          <p:cNvPicPr>
            <a:picLocks noChangeAspect="1"/>
          </p:cNvPicPr>
          <p:nvPr userDrawn="1"/>
        </p:nvPicPr>
        <p:blipFill rotWithShape="1">
          <a:blip r:embed="rId2"/>
          <a:srcRect b="7878"/>
          <a:stretch/>
        </p:blipFill>
        <p:spPr>
          <a:xfrm>
            <a:off x="-1" y="0"/>
            <a:ext cx="12192001" cy="6317761"/>
          </a:xfrm>
          <a:prstGeom prst="rect">
            <a:avLst/>
          </a:prstGeom>
        </p:spPr>
      </p:pic>
      <p:grpSp>
        <p:nvGrpSpPr>
          <p:cNvPr id="15" name="Group 14">
            <a:extLst>
              <a:ext uri="{FF2B5EF4-FFF2-40B4-BE49-F238E27FC236}">
                <a16:creationId xmlns:a16="http://schemas.microsoft.com/office/drawing/2014/main" id="{F70EA00B-7F21-0D47-8B6E-932FD8744238}"/>
              </a:ext>
            </a:extLst>
          </p:cNvPr>
          <p:cNvGrpSpPr/>
          <p:nvPr userDrawn="1"/>
        </p:nvGrpSpPr>
        <p:grpSpPr>
          <a:xfrm>
            <a:off x="-1" y="-1"/>
            <a:ext cx="2755900" cy="6858001"/>
            <a:chOff x="-1" y="-1"/>
            <a:chExt cx="2755900" cy="6858001"/>
          </a:xfrm>
        </p:grpSpPr>
        <p:sp>
          <p:nvSpPr>
            <p:cNvPr id="2" name="Rectangle 1">
              <a:extLst>
                <a:ext uri="{FF2B5EF4-FFF2-40B4-BE49-F238E27FC236}">
                  <a16:creationId xmlns:a16="http://schemas.microsoft.com/office/drawing/2014/main" id="{3AA2B394-C794-360E-5D4C-AF0BC190F5EC}"/>
                </a:ext>
              </a:extLst>
            </p:cNvPr>
            <p:cNvSpPr/>
            <p:nvPr userDrawn="1"/>
          </p:nvSpPr>
          <p:spPr>
            <a:xfrm>
              <a:off x="-1" y="-1"/>
              <a:ext cx="2755900" cy="6858001"/>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9" name="Picture 8" descr="A blue background with a triangle&#10;&#10;Description automatically generated">
              <a:extLst>
                <a:ext uri="{FF2B5EF4-FFF2-40B4-BE49-F238E27FC236}">
                  <a16:creationId xmlns:a16="http://schemas.microsoft.com/office/drawing/2014/main" id="{F7F77305-E0A5-A0C9-9C61-72DA303F5FDB}"/>
                </a:ext>
              </a:extLst>
            </p:cNvPr>
            <p:cNvPicPr>
              <a:picLocks noChangeAspect="1"/>
            </p:cNvPicPr>
            <p:nvPr userDrawn="1"/>
          </p:nvPicPr>
          <p:blipFill rotWithShape="1">
            <a:blip r:embed="rId3"/>
            <a:srcRect l="5687" b="1874"/>
            <a:stretch/>
          </p:blipFill>
          <p:spPr>
            <a:xfrm>
              <a:off x="156753" y="0"/>
              <a:ext cx="2599146" cy="6729443"/>
            </a:xfrm>
            <a:prstGeom prst="rect">
              <a:avLst/>
            </a:prstGeom>
            <a:effectLst/>
          </p:spPr>
        </p:pic>
      </p:grpSp>
      <p:sp>
        <p:nvSpPr>
          <p:cNvPr id="11" name="Text Placeholder 3">
            <a:extLst>
              <a:ext uri="{FF2B5EF4-FFF2-40B4-BE49-F238E27FC236}">
                <a16:creationId xmlns:a16="http://schemas.microsoft.com/office/drawing/2014/main" id="{45210AB4-AAB9-BB66-1267-39E2E132DF57}"/>
              </a:ext>
            </a:extLst>
          </p:cNvPr>
          <p:cNvSpPr>
            <a:spLocks noGrp="1"/>
          </p:cNvSpPr>
          <p:nvPr userDrawn="1">
            <p:ph type="body" sz="half" idx="2" hasCustomPrompt="1"/>
          </p:nvPr>
        </p:nvSpPr>
        <p:spPr>
          <a:xfrm>
            <a:off x="255403" y="2541527"/>
            <a:ext cx="2208946" cy="447859"/>
          </a:xfrm>
        </p:spPr>
        <p:txBody>
          <a:bodyPr anchor="b">
            <a:normAutofit/>
          </a:bodyPr>
          <a:lstStyle>
            <a:lvl1pPr marL="0" indent="0" algn="ctr">
              <a:buNone/>
              <a:defRPr sz="14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 styles</a:t>
            </a:r>
          </a:p>
        </p:txBody>
      </p:sp>
      <p:sp>
        <p:nvSpPr>
          <p:cNvPr id="12" name="Text Placeholder 3">
            <a:extLst>
              <a:ext uri="{FF2B5EF4-FFF2-40B4-BE49-F238E27FC236}">
                <a16:creationId xmlns:a16="http://schemas.microsoft.com/office/drawing/2014/main" id="{4CC9B182-7A35-4844-D924-CA646AD22A26}"/>
              </a:ext>
            </a:extLst>
          </p:cNvPr>
          <p:cNvSpPr>
            <a:spLocks noGrp="1"/>
          </p:cNvSpPr>
          <p:nvPr userDrawn="1">
            <p:ph type="body" sz="half" idx="12" hasCustomPrompt="1"/>
          </p:nvPr>
        </p:nvSpPr>
        <p:spPr>
          <a:xfrm>
            <a:off x="255403" y="3057342"/>
            <a:ext cx="2208946" cy="447859"/>
          </a:xfrm>
        </p:spPr>
        <p:txBody>
          <a:bodyPr>
            <a:normAutofit/>
          </a:bodyPr>
          <a:lstStyle>
            <a:lvl1pPr marL="0" indent="0" algn="ctr">
              <a:buNone/>
              <a:defRPr sz="14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 styles</a:t>
            </a:r>
          </a:p>
        </p:txBody>
      </p:sp>
      <p:sp>
        <p:nvSpPr>
          <p:cNvPr id="14" name="Content Placeholder 2">
            <a:extLst>
              <a:ext uri="{FF2B5EF4-FFF2-40B4-BE49-F238E27FC236}">
                <a16:creationId xmlns:a16="http://schemas.microsoft.com/office/drawing/2014/main" id="{9EB77073-6984-F5B1-C694-775C4B8E4B47}"/>
              </a:ext>
            </a:extLst>
          </p:cNvPr>
          <p:cNvSpPr>
            <a:spLocks noGrp="1"/>
          </p:cNvSpPr>
          <p:nvPr userDrawn="1">
            <p:ph idx="1" hasCustomPrompt="1"/>
          </p:nvPr>
        </p:nvSpPr>
        <p:spPr>
          <a:xfrm>
            <a:off x="2983520" y="1209776"/>
            <a:ext cx="7792510" cy="5110906"/>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3668639A-54B2-E2B0-094D-1534877E8CCE}"/>
              </a:ext>
            </a:extLst>
          </p:cNvPr>
          <p:cNvSpPr>
            <a:spLocks noGrp="1"/>
          </p:cNvSpPr>
          <p:nvPr>
            <p:ph type="body" sz="half" idx="13" hasCustomPrompt="1"/>
          </p:nvPr>
        </p:nvSpPr>
        <p:spPr>
          <a:xfrm>
            <a:off x="255403" y="6374920"/>
            <a:ext cx="2208946" cy="428841"/>
          </a:xfrm>
        </p:spPr>
        <p:txBody>
          <a:bodyPr anchor="b">
            <a:normAutofit/>
          </a:bodyPr>
          <a:lstStyle>
            <a:lvl1pPr marL="0" indent="0" algn="l">
              <a:buNone/>
              <a:defRPr sz="900">
                <a:solidFill>
                  <a:schemeClr val="bg1">
                    <a:lumMod val="8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solidFill>
                  <a:schemeClr val="bg1"/>
                </a:solidFill>
              </a:rPr>
              <a:t>Abbreviations here </a:t>
            </a:r>
          </a:p>
        </p:txBody>
      </p:sp>
      <p:sp>
        <p:nvSpPr>
          <p:cNvPr id="7" name="Title 8">
            <a:extLst>
              <a:ext uri="{FF2B5EF4-FFF2-40B4-BE49-F238E27FC236}">
                <a16:creationId xmlns:a16="http://schemas.microsoft.com/office/drawing/2014/main" id="{9A592DF1-AF9F-37B6-8E8E-19BF6C03C12B}"/>
              </a:ext>
            </a:extLst>
          </p:cNvPr>
          <p:cNvSpPr>
            <a:spLocks noGrp="1"/>
          </p:cNvSpPr>
          <p:nvPr userDrawn="1">
            <p:ph type="title" hasCustomPrompt="1"/>
          </p:nvPr>
        </p:nvSpPr>
        <p:spPr>
          <a:xfrm>
            <a:off x="2983520" y="190955"/>
            <a:ext cx="7792510" cy="897618"/>
          </a:xfrm>
        </p:spPr>
        <p:txBody>
          <a:bodyPr/>
          <a:lstStyle>
            <a:lvl1pPr>
              <a:defRPr/>
            </a:lvl1pPr>
          </a:lstStyle>
          <a:p>
            <a:r>
              <a:rPr lang="en-US"/>
              <a:t>Patient case study</a:t>
            </a:r>
          </a:p>
        </p:txBody>
      </p:sp>
      <p:sp>
        <p:nvSpPr>
          <p:cNvPr id="13" name="Picture Placeholder 12">
            <a:extLst>
              <a:ext uri="{FF2B5EF4-FFF2-40B4-BE49-F238E27FC236}">
                <a16:creationId xmlns:a16="http://schemas.microsoft.com/office/drawing/2014/main" id="{EC04F863-0894-1348-FA42-C7B6BDACB59D}"/>
              </a:ext>
            </a:extLst>
          </p:cNvPr>
          <p:cNvSpPr>
            <a:spLocks noGrp="1"/>
          </p:cNvSpPr>
          <p:nvPr userDrawn="1">
            <p:ph type="pic" sz="quarter" idx="14"/>
          </p:nvPr>
        </p:nvSpPr>
        <p:spPr>
          <a:xfrm>
            <a:off x="407011" y="502647"/>
            <a:ext cx="1928813" cy="1928812"/>
          </a:xfrm>
          <a:prstGeom prst="ellipse">
            <a:avLst/>
          </a:prstGeom>
          <a:solidFill>
            <a:schemeClr val="bg2"/>
          </a:solidFill>
        </p:spPr>
        <p:txBody>
          <a:bodyPr>
            <a:normAutofit/>
          </a:bodyPr>
          <a:lstStyle>
            <a:lvl1pPr marL="0" indent="0">
              <a:buNone/>
              <a:defRPr sz="1400"/>
            </a:lvl1pPr>
          </a:lstStyle>
          <a:p>
            <a:endParaRPr lang="en-GB"/>
          </a:p>
        </p:txBody>
      </p:sp>
      <p:sp>
        <p:nvSpPr>
          <p:cNvPr id="5" name="Footer Placeholder 4">
            <a:extLst>
              <a:ext uri="{FF2B5EF4-FFF2-40B4-BE49-F238E27FC236}">
                <a16:creationId xmlns:a16="http://schemas.microsoft.com/office/drawing/2014/main" id="{042A179E-266D-69A3-8F97-FC1692B9371E}"/>
              </a:ext>
            </a:extLst>
          </p:cNvPr>
          <p:cNvSpPr>
            <a:spLocks noGrp="1"/>
          </p:cNvSpPr>
          <p:nvPr>
            <p:ph type="ftr" sz="quarter" idx="11"/>
          </p:nvPr>
        </p:nvSpPr>
        <p:spPr>
          <a:xfrm>
            <a:off x="2983520" y="6372000"/>
            <a:ext cx="7792510" cy="432000"/>
          </a:xfrm>
        </p:spPr>
        <p:txBody>
          <a:bodyPr anchor="b"/>
          <a:lstStyle>
            <a:lvl1pPr algn="l">
              <a:defRPr sz="900">
                <a:solidFill>
                  <a:schemeClr val="bg1">
                    <a:lumMod val="50000"/>
                  </a:schemeClr>
                </a:solidFill>
              </a:defRPr>
            </a:lvl1pPr>
          </a:lstStyle>
          <a:p>
            <a:r>
              <a:rPr lang="en-US"/>
              <a:t>Footer here</a:t>
            </a:r>
          </a:p>
        </p:txBody>
      </p:sp>
      <p:pic>
        <p:nvPicPr>
          <p:cNvPr id="6" name="Picture 5" descr="A purple letters on a black background&#10;&#10;Description automatically generated">
            <a:extLst>
              <a:ext uri="{FF2B5EF4-FFF2-40B4-BE49-F238E27FC236}">
                <a16:creationId xmlns:a16="http://schemas.microsoft.com/office/drawing/2014/main" id="{F5F8EC3B-B5B6-8D9D-0F81-DE9767A11761}"/>
              </a:ext>
            </a:extLst>
          </p:cNvPr>
          <p:cNvPicPr>
            <a:picLocks noChangeAspect="1"/>
          </p:cNvPicPr>
          <p:nvPr userDrawn="1"/>
        </p:nvPicPr>
        <p:blipFill>
          <a:blip r:embed="rId4"/>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377938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tient case_Option 2">
    <p:spTree>
      <p:nvGrpSpPr>
        <p:cNvPr id="1" name=""/>
        <p:cNvGrpSpPr/>
        <p:nvPr/>
      </p:nvGrpSpPr>
      <p:grpSpPr>
        <a:xfrm>
          <a:off x="0" y="0"/>
          <a:ext cx="0" cy="0"/>
          <a:chOff x="0" y="0"/>
          <a:chExt cx="0" cy="0"/>
        </a:xfrm>
      </p:grpSpPr>
      <p:pic>
        <p:nvPicPr>
          <p:cNvPr id="3" name="Picture 2" descr="A white background with black dots&#10;&#10;Description automatically generated">
            <a:extLst>
              <a:ext uri="{FF2B5EF4-FFF2-40B4-BE49-F238E27FC236}">
                <a16:creationId xmlns:a16="http://schemas.microsoft.com/office/drawing/2014/main" id="{6CA314BC-3822-2379-205E-E899F2D26278}"/>
              </a:ext>
            </a:extLst>
          </p:cNvPr>
          <p:cNvPicPr>
            <a:picLocks noChangeAspect="1"/>
          </p:cNvPicPr>
          <p:nvPr userDrawn="1"/>
        </p:nvPicPr>
        <p:blipFill rotWithShape="1">
          <a:blip r:embed="rId2"/>
          <a:srcRect b="8136"/>
          <a:stretch/>
        </p:blipFill>
        <p:spPr>
          <a:xfrm>
            <a:off x="-6988" y="-2589"/>
            <a:ext cx="12192001" cy="6300031"/>
          </a:xfrm>
          <a:prstGeom prst="rect">
            <a:avLst/>
          </a:prstGeom>
        </p:spPr>
      </p:pic>
      <p:sp>
        <p:nvSpPr>
          <p:cNvPr id="5" name="Rectangle 4">
            <a:extLst>
              <a:ext uri="{FF2B5EF4-FFF2-40B4-BE49-F238E27FC236}">
                <a16:creationId xmlns:a16="http://schemas.microsoft.com/office/drawing/2014/main" id="{456EB608-3F58-56D0-EC70-70C7A485F813}"/>
              </a:ext>
            </a:extLst>
          </p:cNvPr>
          <p:cNvSpPr/>
          <p:nvPr userDrawn="1"/>
        </p:nvSpPr>
        <p:spPr>
          <a:xfrm>
            <a:off x="0" y="0"/>
            <a:ext cx="2755901" cy="6858000"/>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19" name="Picture 18" descr="A screenshot of a cell phone&#10;&#10;Description automatically generated">
            <a:extLst>
              <a:ext uri="{FF2B5EF4-FFF2-40B4-BE49-F238E27FC236}">
                <a16:creationId xmlns:a16="http://schemas.microsoft.com/office/drawing/2014/main" id="{65D9C21E-0DDC-767B-104F-2528926F8C3B}"/>
              </a:ext>
            </a:extLst>
          </p:cNvPr>
          <p:cNvPicPr>
            <a:picLocks noChangeAspect="1"/>
          </p:cNvPicPr>
          <p:nvPr userDrawn="1"/>
        </p:nvPicPr>
        <p:blipFill rotWithShape="1">
          <a:blip r:embed="rId3"/>
          <a:srcRect l="4200" t="1" b="1875"/>
          <a:stretch/>
        </p:blipFill>
        <p:spPr>
          <a:xfrm>
            <a:off x="115747" y="-1"/>
            <a:ext cx="2640154" cy="6729443"/>
          </a:xfrm>
          <a:prstGeom prst="rect">
            <a:avLst/>
          </a:prstGeom>
          <a:effectLst/>
        </p:spPr>
      </p:pic>
      <p:sp>
        <p:nvSpPr>
          <p:cNvPr id="11" name="Text Placeholder 3">
            <a:extLst>
              <a:ext uri="{FF2B5EF4-FFF2-40B4-BE49-F238E27FC236}">
                <a16:creationId xmlns:a16="http://schemas.microsoft.com/office/drawing/2014/main" id="{45210AB4-AAB9-BB66-1267-39E2E132DF57}"/>
              </a:ext>
            </a:extLst>
          </p:cNvPr>
          <p:cNvSpPr>
            <a:spLocks noGrp="1"/>
          </p:cNvSpPr>
          <p:nvPr userDrawn="1">
            <p:ph type="body" sz="half" idx="2" hasCustomPrompt="1"/>
          </p:nvPr>
        </p:nvSpPr>
        <p:spPr>
          <a:xfrm>
            <a:off x="255403" y="2541527"/>
            <a:ext cx="2208946" cy="447859"/>
          </a:xfrm>
        </p:spPr>
        <p:txBody>
          <a:bodyPr anchor="b">
            <a:normAutofit/>
          </a:bodyPr>
          <a:lstStyle>
            <a:lvl1pPr marL="0" indent="0" algn="ctr">
              <a:buNone/>
              <a:defRPr sz="14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 styles</a:t>
            </a:r>
          </a:p>
        </p:txBody>
      </p:sp>
      <p:sp>
        <p:nvSpPr>
          <p:cNvPr id="12" name="Text Placeholder 3">
            <a:extLst>
              <a:ext uri="{FF2B5EF4-FFF2-40B4-BE49-F238E27FC236}">
                <a16:creationId xmlns:a16="http://schemas.microsoft.com/office/drawing/2014/main" id="{4CC9B182-7A35-4844-D924-CA646AD22A26}"/>
              </a:ext>
            </a:extLst>
          </p:cNvPr>
          <p:cNvSpPr>
            <a:spLocks noGrp="1"/>
          </p:cNvSpPr>
          <p:nvPr userDrawn="1">
            <p:ph type="body" sz="half" idx="12" hasCustomPrompt="1"/>
          </p:nvPr>
        </p:nvSpPr>
        <p:spPr>
          <a:xfrm>
            <a:off x="255403" y="3057342"/>
            <a:ext cx="2208946" cy="447859"/>
          </a:xfrm>
        </p:spPr>
        <p:txBody>
          <a:bodyPr>
            <a:normAutofit/>
          </a:bodyPr>
          <a:lstStyle>
            <a:lvl1pPr marL="0" indent="0" algn="ctr">
              <a:buNone/>
              <a:defRPr sz="14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 styles</a:t>
            </a:r>
          </a:p>
        </p:txBody>
      </p:sp>
      <p:sp>
        <p:nvSpPr>
          <p:cNvPr id="10" name="Title 8">
            <a:extLst>
              <a:ext uri="{FF2B5EF4-FFF2-40B4-BE49-F238E27FC236}">
                <a16:creationId xmlns:a16="http://schemas.microsoft.com/office/drawing/2014/main" id="{5661C223-D9D3-8751-7B3D-04488E94F9DF}"/>
              </a:ext>
            </a:extLst>
          </p:cNvPr>
          <p:cNvSpPr>
            <a:spLocks noGrp="1"/>
          </p:cNvSpPr>
          <p:nvPr userDrawn="1">
            <p:ph type="title" hasCustomPrompt="1"/>
          </p:nvPr>
        </p:nvSpPr>
        <p:spPr>
          <a:xfrm>
            <a:off x="2983520" y="190955"/>
            <a:ext cx="7792510" cy="897618"/>
          </a:xfrm>
        </p:spPr>
        <p:txBody>
          <a:bodyPr/>
          <a:lstStyle>
            <a:lvl1pPr>
              <a:defRPr/>
            </a:lvl1pPr>
          </a:lstStyle>
          <a:p>
            <a:r>
              <a:rPr lang="en-US"/>
              <a:t>Patient case study</a:t>
            </a:r>
          </a:p>
        </p:txBody>
      </p:sp>
      <p:sp>
        <p:nvSpPr>
          <p:cNvPr id="6" name="Picture Placeholder 5">
            <a:extLst>
              <a:ext uri="{FF2B5EF4-FFF2-40B4-BE49-F238E27FC236}">
                <a16:creationId xmlns:a16="http://schemas.microsoft.com/office/drawing/2014/main" id="{0BBC116E-E980-F87A-EA74-CF09D60B0CA9}"/>
              </a:ext>
            </a:extLst>
          </p:cNvPr>
          <p:cNvSpPr>
            <a:spLocks noGrp="1"/>
          </p:cNvSpPr>
          <p:nvPr userDrawn="1">
            <p:ph type="pic" sz="quarter" idx="14"/>
          </p:nvPr>
        </p:nvSpPr>
        <p:spPr>
          <a:xfrm>
            <a:off x="406525" y="502920"/>
            <a:ext cx="1925195" cy="1926000"/>
          </a:xfrm>
          <a:prstGeom prst="ellipse">
            <a:avLst/>
          </a:prstGeom>
          <a:solidFill>
            <a:schemeClr val="bg2"/>
          </a:solidFill>
        </p:spPr>
        <p:txBody>
          <a:bodyPr>
            <a:normAutofit/>
          </a:bodyPr>
          <a:lstStyle>
            <a:lvl1pPr marL="0" indent="0">
              <a:buNone/>
              <a:defRPr sz="1400"/>
            </a:lvl1pPr>
          </a:lstStyle>
          <a:p>
            <a:endParaRPr lang="en-GB"/>
          </a:p>
        </p:txBody>
      </p:sp>
      <p:sp>
        <p:nvSpPr>
          <p:cNvPr id="2" name="Text Placeholder 3">
            <a:extLst>
              <a:ext uri="{FF2B5EF4-FFF2-40B4-BE49-F238E27FC236}">
                <a16:creationId xmlns:a16="http://schemas.microsoft.com/office/drawing/2014/main" id="{E995397E-83A3-5C55-ABF7-BC4D031BDAB6}"/>
              </a:ext>
            </a:extLst>
          </p:cNvPr>
          <p:cNvSpPr>
            <a:spLocks noGrp="1"/>
          </p:cNvSpPr>
          <p:nvPr>
            <p:ph type="body" sz="half" idx="13" hasCustomPrompt="1"/>
          </p:nvPr>
        </p:nvSpPr>
        <p:spPr>
          <a:xfrm>
            <a:off x="255403" y="6372000"/>
            <a:ext cx="2208946" cy="432000"/>
          </a:xfrm>
        </p:spPr>
        <p:txBody>
          <a:bodyPr anchor="b">
            <a:normAutofit/>
          </a:bodyPr>
          <a:lstStyle>
            <a:lvl1pPr marL="0" indent="0" algn="l">
              <a:buNone/>
              <a:defRPr sz="900">
                <a:solidFill>
                  <a:schemeClr val="bg1">
                    <a:lumMod val="8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solidFill>
                  <a:schemeClr val="bg1"/>
                </a:solidFill>
              </a:rPr>
              <a:t>Abbreviations here </a:t>
            </a:r>
          </a:p>
        </p:txBody>
      </p:sp>
      <p:sp>
        <p:nvSpPr>
          <p:cNvPr id="7" name="Content Placeholder 2">
            <a:extLst>
              <a:ext uri="{FF2B5EF4-FFF2-40B4-BE49-F238E27FC236}">
                <a16:creationId xmlns:a16="http://schemas.microsoft.com/office/drawing/2014/main" id="{3FF24EFB-20F3-35EC-F400-CDC3787B92DD}"/>
              </a:ext>
            </a:extLst>
          </p:cNvPr>
          <p:cNvSpPr>
            <a:spLocks noGrp="1"/>
          </p:cNvSpPr>
          <p:nvPr>
            <p:ph idx="1" hasCustomPrompt="1"/>
          </p:nvPr>
        </p:nvSpPr>
        <p:spPr>
          <a:xfrm>
            <a:off x="2983520" y="1209775"/>
            <a:ext cx="7792510" cy="5113495"/>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8" name="Footer Placeholder 4">
            <a:extLst>
              <a:ext uri="{FF2B5EF4-FFF2-40B4-BE49-F238E27FC236}">
                <a16:creationId xmlns:a16="http://schemas.microsoft.com/office/drawing/2014/main" id="{49CC97FB-9BB9-3690-F640-A511FCFE6B6F}"/>
              </a:ext>
            </a:extLst>
          </p:cNvPr>
          <p:cNvSpPr>
            <a:spLocks noGrp="1"/>
          </p:cNvSpPr>
          <p:nvPr>
            <p:ph type="ftr" sz="quarter" idx="11"/>
          </p:nvPr>
        </p:nvSpPr>
        <p:spPr>
          <a:xfrm>
            <a:off x="2983520" y="6372000"/>
            <a:ext cx="7792510" cy="432000"/>
          </a:xfrm>
        </p:spPr>
        <p:txBody>
          <a:bodyPr anchor="b"/>
          <a:lstStyle>
            <a:lvl1pPr algn="l">
              <a:defRPr sz="900">
                <a:solidFill>
                  <a:schemeClr val="bg1">
                    <a:lumMod val="50000"/>
                  </a:schemeClr>
                </a:solidFill>
              </a:defRPr>
            </a:lvl1pPr>
          </a:lstStyle>
          <a:p>
            <a:r>
              <a:rPr lang="en-US"/>
              <a:t>Footer here</a:t>
            </a:r>
          </a:p>
        </p:txBody>
      </p:sp>
      <p:pic>
        <p:nvPicPr>
          <p:cNvPr id="4" name="Picture 3" descr="A purple letters on a black background&#10;&#10;Description automatically generated">
            <a:extLst>
              <a:ext uri="{FF2B5EF4-FFF2-40B4-BE49-F238E27FC236}">
                <a16:creationId xmlns:a16="http://schemas.microsoft.com/office/drawing/2014/main" id="{3539FAA2-9E63-CE05-E9B7-CB9E02F0EF8E}"/>
              </a:ext>
            </a:extLst>
          </p:cNvPr>
          <p:cNvPicPr>
            <a:picLocks noChangeAspect="1"/>
          </p:cNvPicPr>
          <p:nvPr userDrawn="1"/>
        </p:nvPicPr>
        <p:blipFill>
          <a:blip r:embed="rId4"/>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356482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takeaways x4_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51F79B-52ED-5082-00B3-F968EFC148B7}"/>
              </a:ext>
            </a:extLst>
          </p:cNvPr>
          <p:cNvSpPr/>
          <p:nvPr userDrawn="1"/>
        </p:nvSpPr>
        <p:spPr>
          <a:xfrm>
            <a:off x="0"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17" name="Picture 16" descr="A blue and white kite&#10;&#10;Description automatically generated">
            <a:extLst>
              <a:ext uri="{FF2B5EF4-FFF2-40B4-BE49-F238E27FC236}">
                <a16:creationId xmlns:a16="http://schemas.microsoft.com/office/drawing/2014/main" id="{A46EE421-42EB-91A9-D792-C1B133B1257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8">
            <a:extLst>
              <a:ext uri="{FF2B5EF4-FFF2-40B4-BE49-F238E27FC236}">
                <a16:creationId xmlns:a16="http://schemas.microsoft.com/office/drawing/2014/main" id="{199EB14D-ADBC-5530-58AA-5FDFF71D825E}"/>
              </a:ext>
            </a:extLst>
          </p:cNvPr>
          <p:cNvSpPr>
            <a:spLocks noGrp="1"/>
          </p:cNvSpPr>
          <p:nvPr>
            <p:ph type="title" hasCustomPrompt="1"/>
          </p:nvPr>
        </p:nvSpPr>
        <p:spPr>
          <a:xfrm>
            <a:off x="463063" y="190800"/>
            <a:ext cx="8416777" cy="896400"/>
          </a:xfrm>
        </p:spPr>
        <p:txBody>
          <a:bodyPr/>
          <a:lstStyle>
            <a:lvl1pPr>
              <a:defRPr>
                <a:solidFill>
                  <a:srgbClr val="00FDFD"/>
                </a:solidFill>
              </a:defRPr>
            </a:lvl1pPr>
          </a:lstStyle>
          <a:p>
            <a:r>
              <a:rPr lang="en-US"/>
              <a:t>Key Takeaways</a:t>
            </a:r>
          </a:p>
        </p:txBody>
      </p:sp>
      <p:pic>
        <p:nvPicPr>
          <p:cNvPr id="18" name="Picture 17">
            <a:extLst>
              <a:ext uri="{FF2B5EF4-FFF2-40B4-BE49-F238E27FC236}">
                <a16:creationId xmlns:a16="http://schemas.microsoft.com/office/drawing/2014/main" id="{C4B53404-7C30-0076-957B-73B276B62635}"/>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2" name="Text Placeholder 3">
            <a:extLst>
              <a:ext uri="{FF2B5EF4-FFF2-40B4-BE49-F238E27FC236}">
                <a16:creationId xmlns:a16="http://schemas.microsoft.com/office/drawing/2014/main" id="{BF15712C-48BA-87EA-B088-02829BAE558C}"/>
              </a:ext>
            </a:extLst>
          </p:cNvPr>
          <p:cNvSpPr>
            <a:spLocks noGrp="1"/>
          </p:cNvSpPr>
          <p:nvPr>
            <p:ph type="body" sz="half" idx="2" hasCustomPrompt="1"/>
          </p:nvPr>
        </p:nvSpPr>
        <p:spPr>
          <a:xfrm>
            <a:off x="463063"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5" name="Text Placeholder 3">
            <a:extLst>
              <a:ext uri="{FF2B5EF4-FFF2-40B4-BE49-F238E27FC236}">
                <a16:creationId xmlns:a16="http://schemas.microsoft.com/office/drawing/2014/main" id="{1D7C69E5-877B-84FC-5A03-9C067835AD75}"/>
              </a:ext>
            </a:extLst>
          </p:cNvPr>
          <p:cNvSpPr>
            <a:spLocks noGrp="1"/>
          </p:cNvSpPr>
          <p:nvPr>
            <p:ph type="body" sz="half" idx="12" hasCustomPrompt="1"/>
          </p:nvPr>
        </p:nvSpPr>
        <p:spPr>
          <a:xfrm>
            <a:off x="2834054"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6" name="Text Placeholder 3">
            <a:extLst>
              <a:ext uri="{FF2B5EF4-FFF2-40B4-BE49-F238E27FC236}">
                <a16:creationId xmlns:a16="http://schemas.microsoft.com/office/drawing/2014/main" id="{87E37818-E155-0CBA-FE5A-17B7037D0690}"/>
              </a:ext>
            </a:extLst>
          </p:cNvPr>
          <p:cNvSpPr>
            <a:spLocks noGrp="1"/>
          </p:cNvSpPr>
          <p:nvPr>
            <p:ph type="body" sz="half" idx="13" hasCustomPrompt="1"/>
          </p:nvPr>
        </p:nvSpPr>
        <p:spPr>
          <a:xfrm>
            <a:off x="5202116"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20" name="Text Placeholder 3">
            <a:extLst>
              <a:ext uri="{FF2B5EF4-FFF2-40B4-BE49-F238E27FC236}">
                <a16:creationId xmlns:a16="http://schemas.microsoft.com/office/drawing/2014/main" id="{9D423470-2F26-A4B4-0AAB-932A558E9580}"/>
              </a:ext>
            </a:extLst>
          </p:cNvPr>
          <p:cNvSpPr>
            <a:spLocks noGrp="1"/>
          </p:cNvSpPr>
          <p:nvPr>
            <p:ph type="body" sz="half" idx="14" hasCustomPrompt="1"/>
          </p:nvPr>
        </p:nvSpPr>
        <p:spPr>
          <a:xfrm>
            <a:off x="7581900"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22" name="Oval 21">
            <a:extLst>
              <a:ext uri="{FF2B5EF4-FFF2-40B4-BE49-F238E27FC236}">
                <a16:creationId xmlns:a16="http://schemas.microsoft.com/office/drawing/2014/main" id="{E4D975C4-A9AA-159C-FA19-31ABD36286FD}"/>
              </a:ext>
            </a:extLst>
          </p:cNvPr>
          <p:cNvSpPr/>
          <p:nvPr userDrawn="1"/>
        </p:nvSpPr>
        <p:spPr>
          <a:xfrm>
            <a:off x="861434" y="1897050"/>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24" name="Oval 23">
            <a:extLst>
              <a:ext uri="{FF2B5EF4-FFF2-40B4-BE49-F238E27FC236}">
                <a16:creationId xmlns:a16="http://schemas.microsoft.com/office/drawing/2014/main" id="{74B24FD5-AA34-2AB8-8A5C-E4BA02AA15B7}"/>
              </a:ext>
            </a:extLst>
          </p:cNvPr>
          <p:cNvSpPr/>
          <p:nvPr userDrawn="1"/>
        </p:nvSpPr>
        <p:spPr>
          <a:xfrm>
            <a:off x="3232425" y="1897050"/>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25" name="Oval 24">
            <a:extLst>
              <a:ext uri="{FF2B5EF4-FFF2-40B4-BE49-F238E27FC236}">
                <a16:creationId xmlns:a16="http://schemas.microsoft.com/office/drawing/2014/main" id="{2154E472-7D40-F46F-FE46-D6A55DCBFBCA}"/>
              </a:ext>
            </a:extLst>
          </p:cNvPr>
          <p:cNvSpPr/>
          <p:nvPr userDrawn="1"/>
        </p:nvSpPr>
        <p:spPr>
          <a:xfrm>
            <a:off x="5603416" y="1897050"/>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26" name="Oval 25">
            <a:extLst>
              <a:ext uri="{FF2B5EF4-FFF2-40B4-BE49-F238E27FC236}">
                <a16:creationId xmlns:a16="http://schemas.microsoft.com/office/drawing/2014/main" id="{005250AE-7CEC-D985-7202-ECF98E3C0911}"/>
              </a:ext>
            </a:extLst>
          </p:cNvPr>
          <p:cNvSpPr/>
          <p:nvPr userDrawn="1"/>
        </p:nvSpPr>
        <p:spPr>
          <a:xfrm>
            <a:off x="7974406" y="1897050"/>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27" name="Picture Placeholder 14">
            <a:extLst>
              <a:ext uri="{FF2B5EF4-FFF2-40B4-BE49-F238E27FC236}">
                <a16:creationId xmlns:a16="http://schemas.microsoft.com/office/drawing/2014/main" id="{D778F878-D5B6-41FC-EE5C-D03828059A93}"/>
              </a:ext>
            </a:extLst>
          </p:cNvPr>
          <p:cNvSpPr>
            <a:spLocks noGrp="1"/>
          </p:cNvSpPr>
          <p:nvPr>
            <p:ph type="pic" sz="quarter" idx="15"/>
          </p:nvPr>
        </p:nvSpPr>
        <p:spPr>
          <a:xfrm>
            <a:off x="860940" y="1897483"/>
            <a:ext cx="1349375" cy="1347787"/>
          </a:xfrm>
          <a:prstGeom prst="ellipse">
            <a:avLst/>
          </a:prstGeom>
          <a:solidFill>
            <a:schemeClr val="accent2"/>
          </a:solidFill>
        </p:spPr>
        <p:txBody>
          <a:bodyPr anchor="ctr">
            <a:normAutofit/>
          </a:bodyPr>
          <a:lstStyle>
            <a:lvl1pPr marL="0" indent="0">
              <a:buNone/>
              <a:defRPr sz="1400"/>
            </a:lvl1pPr>
          </a:lstStyle>
          <a:p>
            <a:endParaRPr lang="en-GB"/>
          </a:p>
        </p:txBody>
      </p:sp>
      <p:sp>
        <p:nvSpPr>
          <p:cNvPr id="28" name="Picture Placeholder 16">
            <a:extLst>
              <a:ext uri="{FF2B5EF4-FFF2-40B4-BE49-F238E27FC236}">
                <a16:creationId xmlns:a16="http://schemas.microsoft.com/office/drawing/2014/main" id="{8191EB7A-237B-53D3-8114-265EBD3007A5}"/>
              </a:ext>
            </a:extLst>
          </p:cNvPr>
          <p:cNvSpPr>
            <a:spLocks noGrp="1"/>
          </p:cNvSpPr>
          <p:nvPr>
            <p:ph type="pic" sz="quarter" idx="16"/>
          </p:nvPr>
        </p:nvSpPr>
        <p:spPr>
          <a:xfrm>
            <a:off x="3232665" y="1897050"/>
            <a:ext cx="1347788" cy="1348220"/>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29" name="Picture Placeholder 19">
            <a:extLst>
              <a:ext uri="{FF2B5EF4-FFF2-40B4-BE49-F238E27FC236}">
                <a16:creationId xmlns:a16="http://schemas.microsoft.com/office/drawing/2014/main" id="{1D91FA07-CFC7-3042-4898-0A4BAF183115}"/>
              </a:ext>
            </a:extLst>
          </p:cNvPr>
          <p:cNvSpPr>
            <a:spLocks noGrp="1"/>
          </p:cNvSpPr>
          <p:nvPr>
            <p:ph type="pic" sz="quarter" idx="17"/>
          </p:nvPr>
        </p:nvSpPr>
        <p:spPr>
          <a:xfrm>
            <a:off x="5602803" y="1897483"/>
            <a:ext cx="1349375"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30" name="Picture Placeholder 21">
            <a:extLst>
              <a:ext uri="{FF2B5EF4-FFF2-40B4-BE49-F238E27FC236}">
                <a16:creationId xmlns:a16="http://schemas.microsoft.com/office/drawing/2014/main" id="{9C71D023-3962-68E3-D714-F9917D3FC828}"/>
              </a:ext>
            </a:extLst>
          </p:cNvPr>
          <p:cNvSpPr>
            <a:spLocks noGrp="1"/>
          </p:cNvSpPr>
          <p:nvPr>
            <p:ph type="pic" sz="quarter" idx="18"/>
          </p:nvPr>
        </p:nvSpPr>
        <p:spPr>
          <a:xfrm>
            <a:off x="7974528" y="1897483"/>
            <a:ext cx="1347787"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31" name="Footer Placeholder 4">
            <a:extLst>
              <a:ext uri="{FF2B5EF4-FFF2-40B4-BE49-F238E27FC236}">
                <a16:creationId xmlns:a16="http://schemas.microsoft.com/office/drawing/2014/main" id="{FFC1A9A4-F168-4B20-C56C-21C2CD119223}"/>
              </a:ext>
            </a:extLst>
          </p:cNvPr>
          <p:cNvSpPr>
            <a:spLocks noGrp="1"/>
          </p:cNvSpPr>
          <p:nvPr>
            <p:ph type="ftr" sz="quarter" idx="11"/>
          </p:nvPr>
        </p:nvSpPr>
        <p:spPr>
          <a:xfrm>
            <a:off x="463065"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136694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takeaways x4_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51F79B-52ED-5082-00B3-F968EFC148B7}"/>
              </a:ext>
            </a:extLst>
          </p:cNvPr>
          <p:cNvSpPr/>
          <p:nvPr userDrawn="1"/>
        </p:nvSpPr>
        <p:spPr>
          <a:xfrm>
            <a:off x="0"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4" name="Picture 3" descr="A blue and white kite&#10;&#10;Description automatically generated">
            <a:extLst>
              <a:ext uri="{FF2B5EF4-FFF2-40B4-BE49-F238E27FC236}">
                <a16:creationId xmlns:a16="http://schemas.microsoft.com/office/drawing/2014/main" id="{03FF6C97-653A-8AC1-0396-F80E78C60C5C}"/>
              </a:ext>
            </a:extLst>
          </p:cNvPr>
          <p:cNvPicPr>
            <a:picLocks noChangeAspect="1"/>
          </p:cNvPicPr>
          <p:nvPr userDrawn="1"/>
        </p:nvPicPr>
        <p:blipFill>
          <a:blip r:embed="rId2"/>
          <a:stretch>
            <a:fillRect/>
          </a:stretch>
        </p:blipFill>
        <p:spPr>
          <a:xfrm>
            <a:off x="-1" y="0"/>
            <a:ext cx="12191999" cy="6857999"/>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463063"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2" name="Text Placeholder 3">
            <a:extLst>
              <a:ext uri="{FF2B5EF4-FFF2-40B4-BE49-F238E27FC236}">
                <a16:creationId xmlns:a16="http://schemas.microsoft.com/office/drawing/2014/main" id="{ED2551E1-3D0B-52ED-47BB-ACF3D29FCBA9}"/>
              </a:ext>
            </a:extLst>
          </p:cNvPr>
          <p:cNvSpPr>
            <a:spLocks noGrp="1"/>
          </p:cNvSpPr>
          <p:nvPr>
            <p:ph type="body" sz="half" idx="12" hasCustomPrompt="1"/>
          </p:nvPr>
        </p:nvSpPr>
        <p:spPr>
          <a:xfrm>
            <a:off x="2834054"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5202116"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581900" y="342900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8" name="Picture 17">
            <a:extLst>
              <a:ext uri="{FF2B5EF4-FFF2-40B4-BE49-F238E27FC236}">
                <a16:creationId xmlns:a16="http://schemas.microsoft.com/office/drawing/2014/main" id="{C4B53404-7C30-0076-957B-73B276B62635}"/>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6" name="Title 8">
            <a:extLst>
              <a:ext uri="{FF2B5EF4-FFF2-40B4-BE49-F238E27FC236}">
                <a16:creationId xmlns:a16="http://schemas.microsoft.com/office/drawing/2014/main" id="{F050E92B-E178-F4D1-0964-2BCB2CD95EA5}"/>
              </a:ext>
            </a:extLst>
          </p:cNvPr>
          <p:cNvSpPr>
            <a:spLocks noGrp="1"/>
          </p:cNvSpPr>
          <p:nvPr>
            <p:ph type="title" hasCustomPrompt="1"/>
          </p:nvPr>
        </p:nvSpPr>
        <p:spPr>
          <a:xfrm>
            <a:off x="463063" y="190800"/>
            <a:ext cx="8416777" cy="896400"/>
          </a:xfrm>
        </p:spPr>
        <p:txBody>
          <a:bodyPr/>
          <a:lstStyle>
            <a:lvl1pPr>
              <a:defRPr>
                <a:solidFill>
                  <a:srgbClr val="00FDFD"/>
                </a:solidFill>
              </a:defRPr>
            </a:lvl1pPr>
          </a:lstStyle>
          <a:p>
            <a:r>
              <a:rPr lang="en-US"/>
              <a:t>Key Takeaways</a:t>
            </a:r>
          </a:p>
        </p:txBody>
      </p:sp>
      <p:sp>
        <p:nvSpPr>
          <p:cNvPr id="5" name="Oval 4">
            <a:extLst>
              <a:ext uri="{FF2B5EF4-FFF2-40B4-BE49-F238E27FC236}">
                <a16:creationId xmlns:a16="http://schemas.microsoft.com/office/drawing/2014/main" id="{0EB9ED5D-2854-E036-7019-D890520CAA15}"/>
              </a:ext>
            </a:extLst>
          </p:cNvPr>
          <p:cNvSpPr/>
          <p:nvPr userDrawn="1"/>
        </p:nvSpPr>
        <p:spPr>
          <a:xfrm>
            <a:off x="861434" y="189705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5DBD5797-AE2F-7B78-A892-4D04B0DDFDF8}"/>
              </a:ext>
            </a:extLst>
          </p:cNvPr>
          <p:cNvSpPr/>
          <p:nvPr userDrawn="1"/>
        </p:nvSpPr>
        <p:spPr>
          <a:xfrm>
            <a:off x="3232425" y="189705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8" name="Oval 7">
            <a:extLst>
              <a:ext uri="{FF2B5EF4-FFF2-40B4-BE49-F238E27FC236}">
                <a16:creationId xmlns:a16="http://schemas.microsoft.com/office/drawing/2014/main" id="{E29C6742-C04F-E3A1-D337-3332F8107373}"/>
              </a:ext>
            </a:extLst>
          </p:cNvPr>
          <p:cNvSpPr/>
          <p:nvPr userDrawn="1"/>
        </p:nvSpPr>
        <p:spPr>
          <a:xfrm>
            <a:off x="5603416" y="189705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9" name="Oval 8">
            <a:extLst>
              <a:ext uri="{FF2B5EF4-FFF2-40B4-BE49-F238E27FC236}">
                <a16:creationId xmlns:a16="http://schemas.microsoft.com/office/drawing/2014/main" id="{E0BB0948-8F2A-0300-47E3-30E6A34EF00E}"/>
              </a:ext>
            </a:extLst>
          </p:cNvPr>
          <p:cNvSpPr/>
          <p:nvPr userDrawn="1"/>
        </p:nvSpPr>
        <p:spPr>
          <a:xfrm>
            <a:off x="7974406" y="189705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15" name="Picture Placeholder 14">
            <a:extLst>
              <a:ext uri="{FF2B5EF4-FFF2-40B4-BE49-F238E27FC236}">
                <a16:creationId xmlns:a16="http://schemas.microsoft.com/office/drawing/2014/main" id="{1CD970AF-1720-CF6B-5ACD-61983F985E9F}"/>
              </a:ext>
            </a:extLst>
          </p:cNvPr>
          <p:cNvSpPr>
            <a:spLocks noGrp="1"/>
          </p:cNvSpPr>
          <p:nvPr>
            <p:ph type="pic" sz="quarter" idx="15"/>
          </p:nvPr>
        </p:nvSpPr>
        <p:spPr>
          <a:xfrm>
            <a:off x="860940" y="1897483"/>
            <a:ext cx="1349375" cy="1347787"/>
          </a:xfrm>
          <a:prstGeom prst="ellipse">
            <a:avLst/>
          </a:prstGeom>
        </p:spPr>
        <p:txBody>
          <a:bodyPr anchor="ctr">
            <a:normAutofit/>
          </a:bodyPr>
          <a:lstStyle>
            <a:lvl1pPr marL="0" indent="0">
              <a:buNone/>
              <a:defRPr sz="1400"/>
            </a:lvl1pPr>
          </a:lstStyle>
          <a:p>
            <a:endParaRPr lang="en-GB"/>
          </a:p>
        </p:txBody>
      </p:sp>
      <p:sp>
        <p:nvSpPr>
          <p:cNvPr id="17" name="Picture Placeholder 16">
            <a:extLst>
              <a:ext uri="{FF2B5EF4-FFF2-40B4-BE49-F238E27FC236}">
                <a16:creationId xmlns:a16="http://schemas.microsoft.com/office/drawing/2014/main" id="{ECCFC177-5F8B-B591-8A49-20FAB26ED1D2}"/>
              </a:ext>
            </a:extLst>
          </p:cNvPr>
          <p:cNvSpPr>
            <a:spLocks noGrp="1"/>
          </p:cNvSpPr>
          <p:nvPr>
            <p:ph type="pic" sz="quarter" idx="16"/>
          </p:nvPr>
        </p:nvSpPr>
        <p:spPr>
          <a:xfrm>
            <a:off x="3232665" y="1897050"/>
            <a:ext cx="1347788" cy="1348220"/>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20" name="Picture Placeholder 19">
            <a:extLst>
              <a:ext uri="{FF2B5EF4-FFF2-40B4-BE49-F238E27FC236}">
                <a16:creationId xmlns:a16="http://schemas.microsoft.com/office/drawing/2014/main" id="{18C8D895-1269-D764-F783-3ABED9CA2E75}"/>
              </a:ext>
            </a:extLst>
          </p:cNvPr>
          <p:cNvSpPr>
            <a:spLocks noGrp="1"/>
          </p:cNvSpPr>
          <p:nvPr>
            <p:ph type="pic" sz="quarter" idx="17"/>
          </p:nvPr>
        </p:nvSpPr>
        <p:spPr>
          <a:xfrm>
            <a:off x="5602803" y="1897483"/>
            <a:ext cx="1349375"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22" name="Picture Placeholder 21">
            <a:extLst>
              <a:ext uri="{FF2B5EF4-FFF2-40B4-BE49-F238E27FC236}">
                <a16:creationId xmlns:a16="http://schemas.microsoft.com/office/drawing/2014/main" id="{7832E8C7-A791-CC70-6B92-F7FEC181606C}"/>
              </a:ext>
            </a:extLst>
          </p:cNvPr>
          <p:cNvSpPr>
            <a:spLocks noGrp="1"/>
          </p:cNvSpPr>
          <p:nvPr>
            <p:ph type="pic" sz="quarter" idx="18"/>
          </p:nvPr>
        </p:nvSpPr>
        <p:spPr>
          <a:xfrm>
            <a:off x="7974528" y="1897483"/>
            <a:ext cx="1347787"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2" name="Footer Placeholder 4">
            <a:extLst>
              <a:ext uri="{FF2B5EF4-FFF2-40B4-BE49-F238E27FC236}">
                <a16:creationId xmlns:a16="http://schemas.microsoft.com/office/drawing/2014/main" id="{D4C28864-BD1E-7DF6-D2D8-5CACE2F2D318}"/>
              </a:ext>
            </a:extLst>
          </p:cNvPr>
          <p:cNvSpPr>
            <a:spLocks noGrp="1"/>
          </p:cNvSpPr>
          <p:nvPr>
            <p:ph type="ftr" sz="quarter" idx="11"/>
          </p:nvPr>
        </p:nvSpPr>
        <p:spPr>
          <a:xfrm>
            <a:off x="463065"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984036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ey takeaways x3_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E9E279-C238-C923-FDF1-1E7D0E68A578}"/>
              </a:ext>
            </a:extLst>
          </p:cNvPr>
          <p:cNvSpPr/>
          <p:nvPr userDrawn="1"/>
        </p:nvSpPr>
        <p:spPr>
          <a:xfrm>
            <a:off x="0"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8" name="Picture 7" descr="A blue and white kite&#10;&#10;Description automatically generated">
            <a:extLst>
              <a:ext uri="{FF2B5EF4-FFF2-40B4-BE49-F238E27FC236}">
                <a16:creationId xmlns:a16="http://schemas.microsoft.com/office/drawing/2014/main" id="{D6B0DCC1-A8C2-6242-BF2D-C799A190F74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2" name="Picture 11">
            <a:extLst>
              <a:ext uri="{FF2B5EF4-FFF2-40B4-BE49-F238E27FC236}">
                <a16:creationId xmlns:a16="http://schemas.microsoft.com/office/drawing/2014/main" id="{0E896095-168A-CC04-A8C4-D0F0B29F6C3E}"/>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1028916"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4166307"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303697"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4" name="Title 8">
            <a:extLst>
              <a:ext uri="{FF2B5EF4-FFF2-40B4-BE49-F238E27FC236}">
                <a16:creationId xmlns:a16="http://schemas.microsoft.com/office/drawing/2014/main" id="{E792C777-B5E9-462D-8930-197293962B9F}"/>
              </a:ext>
            </a:extLst>
          </p:cNvPr>
          <p:cNvSpPr>
            <a:spLocks noGrp="1"/>
          </p:cNvSpPr>
          <p:nvPr>
            <p:ph type="title" hasCustomPrompt="1"/>
          </p:nvPr>
        </p:nvSpPr>
        <p:spPr>
          <a:xfrm>
            <a:off x="463063" y="190800"/>
            <a:ext cx="8416777" cy="896400"/>
          </a:xfrm>
        </p:spPr>
        <p:txBody>
          <a:bodyPr/>
          <a:lstStyle>
            <a:lvl1pPr>
              <a:defRPr>
                <a:solidFill>
                  <a:srgbClr val="00FDFD"/>
                </a:solidFill>
              </a:defRPr>
            </a:lvl1pPr>
          </a:lstStyle>
          <a:p>
            <a:r>
              <a:rPr lang="en-US"/>
              <a:t>Key Takeaways</a:t>
            </a:r>
          </a:p>
        </p:txBody>
      </p:sp>
      <p:sp>
        <p:nvSpPr>
          <p:cNvPr id="3" name="Oval 2">
            <a:extLst>
              <a:ext uri="{FF2B5EF4-FFF2-40B4-BE49-F238E27FC236}">
                <a16:creationId xmlns:a16="http://schemas.microsoft.com/office/drawing/2014/main" id="{2FF4A02B-DDB9-8204-8F82-590AF416131D}"/>
              </a:ext>
            </a:extLst>
          </p:cNvPr>
          <p:cNvSpPr/>
          <p:nvPr userDrawn="1"/>
        </p:nvSpPr>
        <p:spPr>
          <a:xfrm>
            <a:off x="1427287" y="1953780"/>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6" name="Oval 5">
            <a:extLst>
              <a:ext uri="{FF2B5EF4-FFF2-40B4-BE49-F238E27FC236}">
                <a16:creationId xmlns:a16="http://schemas.microsoft.com/office/drawing/2014/main" id="{D198579D-A78D-7DDF-E697-B4EC0634B8B5}"/>
              </a:ext>
            </a:extLst>
          </p:cNvPr>
          <p:cNvSpPr/>
          <p:nvPr userDrawn="1"/>
        </p:nvSpPr>
        <p:spPr>
          <a:xfrm>
            <a:off x="4561745" y="1953780"/>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21E7BD6D-D997-F99F-D08E-3B0B4503C5F3}"/>
              </a:ext>
            </a:extLst>
          </p:cNvPr>
          <p:cNvSpPr/>
          <p:nvPr userDrawn="1"/>
        </p:nvSpPr>
        <p:spPr>
          <a:xfrm>
            <a:off x="7696203" y="1953780"/>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10" name="Picture Placeholder 9">
            <a:extLst>
              <a:ext uri="{FF2B5EF4-FFF2-40B4-BE49-F238E27FC236}">
                <a16:creationId xmlns:a16="http://schemas.microsoft.com/office/drawing/2014/main" id="{EE9C8EA1-ADC4-6FA6-3289-9FB24AE5E2B9}"/>
              </a:ext>
            </a:extLst>
          </p:cNvPr>
          <p:cNvSpPr>
            <a:spLocks noGrp="1"/>
          </p:cNvSpPr>
          <p:nvPr>
            <p:ph type="pic" sz="quarter" idx="15"/>
          </p:nvPr>
        </p:nvSpPr>
        <p:spPr>
          <a:xfrm>
            <a:off x="1427163" y="1954213"/>
            <a:ext cx="1347787" cy="1347787"/>
          </a:xfrm>
          <a:prstGeom prst="ellipse">
            <a:avLst/>
          </a:prstGeom>
        </p:spPr>
        <p:txBody>
          <a:bodyPr anchor="ctr">
            <a:normAutofit/>
          </a:bodyPr>
          <a:lstStyle>
            <a:lvl1pPr marL="0" indent="0">
              <a:buNone/>
              <a:defRPr sz="1400">
                <a:solidFill>
                  <a:schemeClr val="bg1"/>
                </a:solidFill>
              </a:defRPr>
            </a:lvl1pPr>
          </a:lstStyle>
          <a:p>
            <a:endParaRPr lang="en-GB"/>
          </a:p>
        </p:txBody>
      </p:sp>
      <p:sp>
        <p:nvSpPr>
          <p:cNvPr id="16" name="Picture Placeholder 15">
            <a:extLst>
              <a:ext uri="{FF2B5EF4-FFF2-40B4-BE49-F238E27FC236}">
                <a16:creationId xmlns:a16="http://schemas.microsoft.com/office/drawing/2014/main" id="{ACEE7F22-4802-EB15-985E-16F6E0E8A724}"/>
              </a:ext>
            </a:extLst>
          </p:cNvPr>
          <p:cNvSpPr>
            <a:spLocks noGrp="1"/>
          </p:cNvSpPr>
          <p:nvPr>
            <p:ph type="pic" sz="quarter" idx="16"/>
          </p:nvPr>
        </p:nvSpPr>
        <p:spPr>
          <a:xfrm>
            <a:off x="4548188" y="1954213"/>
            <a:ext cx="1362075" cy="1347787"/>
          </a:xfrm>
          <a:prstGeom prst="ellipse">
            <a:avLst/>
          </a:prstGeom>
        </p:spPr>
        <p:txBody>
          <a:bodyPr vert="horz" lIns="91440" tIns="45720" rIns="91440" bIns="45720" rtlCol="0" anchor="ctr">
            <a:normAutofit/>
          </a:bodyPr>
          <a:lstStyle>
            <a:lvl1pPr marL="0" indent="0">
              <a:buNone/>
              <a:defRPr lang="en-GB" sz="1400">
                <a:solidFill>
                  <a:schemeClr val="bg1"/>
                </a:solidFill>
              </a:defRPr>
            </a:lvl1pPr>
          </a:lstStyle>
          <a:p>
            <a:pPr marL="228600" lvl="0" indent="-228600"/>
            <a:endParaRPr lang="en-GB"/>
          </a:p>
        </p:txBody>
      </p:sp>
      <p:sp>
        <p:nvSpPr>
          <p:cNvPr id="18" name="Picture Placeholder 17">
            <a:extLst>
              <a:ext uri="{FF2B5EF4-FFF2-40B4-BE49-F238E27FC236}">
                <a16:creationId xmlns:a16="http://schemas.microsoft.com/office/drawing/2014/main" id="{7D297516-0796-2144-9DF8-274A54088C84}"/>
              </a:ext>
            </a:extLst>
          </p:cNvPr>
          <p:cNvSpPr>
            <a:spLocks noGrp="1"/>
          </p:cNvSpPr>
          <p:nvPr>
            <p:ph type="pic" sz="quarter" idx="17"/>
          </p:nvPr>
        </p:nvSpPr>
        <p:spPr>
          <a:xfrm>
            <a:off x="7696200" y="1953780"/>
            <a:ext cx="1347788" cy="1348220"/>
          </a:xfrm>
          <a:prstGeom prst="ellipse">
            <a:avLst/>
          </a:prstGeom>
        </p:spPr>
        <p:txBody>
          <a:bodyPr vert="horz" lIns="91440" tIns="45720" rIns="91440" bIns="45720" rtlCol="0" anchor="ctr">
            <a:normAutofit/>
          </a:bodyPr>
          <a:lstStyle>
            <a:lvl1pPr marL="0" indent="0">
              <a:buNone/>
              <a:defRPr lang="en-GB" sz="1400">
                <a:solidFill>
                  <a:schemeClr val="bg1"/>
                </a:solidFill>
              </a:defRPr>
            </a:lvl1pPr>
          </a:lstStyle>
          <a:p>
            <a:pPr marL="228600" lvl="0" indent="-228600"/>
            <a:endParaRPr lang="en-GB"/>
          </a:p>
        </p:txBody>
      </p:sp>
      <p:sp>
        <p:nvSpPr>
          <p:cNvPr id="2" name="Footer Placeholder 4">
            <a:extLst>
              <a:ext uri="{FF2B5EF4-FFF2-40B4-BE49-F238E27FC236}">
                <a16:creationId xmlns:a16="http://schemas.microsoft.com/office/drawing/2014/main" id="{857DDB15-3FF2-3671-8E34-D99292912B2F}"/>
              </a:ext>
            </a:extLst>
          </p:cNvPr>
          <p:cNvSpPr>
            <a:spLocks noGrp="1"/>
          </p:cNvSpPr>
          <p:nvPr>
            <p:ph type="ftr" sz="quarter" idx="11"/>
          </p:nvPr>
        </p:nvSpPr>
        <p:spPr>
          <a:xfrm>
            <a:off x="463065"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51918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takeaways x3_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E9E279-C238-C923-FDF1-1E7D0E68A578}"/>
              </a:ext>
            </a:extLst>
          </p:cNvPr>
          <p:cNvSpPr/>
          <p:nvPr userDrawn="1"/>
        </p:nvSpPr>
        <p:spPr>
          <a:xfrm>
            <a:off x="0"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2" name="Picture 1" descr="A blue and white kite&#10;&#10;Description automatically generated">
            <a:extLst>
              <a:ext uri="{FF2B5EF4-FFF2-40B4-BE49-F238E27FC236}">
                <a16:creationId xmlns:a16="http://schemas.microsoft.com/office/drawing/2014/main" id="{13955DA5-1E9D-ED16-B802-E1A0DD6B8E51}"/>
              </a:ext>
            </a:extLst>
          </p:cNvPr>
          <p:cNvPicPr>
            <a:picLocks noChangeAspect="1"/>
          </p:cNvPicPr>
          <p:nvPr userDrawn="1"/>
        </p:nvPicPr>
        <p:blipFill>
          <a:blip r:embed="rId2"/>
          <a:stretch>
            <a:fillRect/>
          </a:stretch>
        </p:blipFill>
        <p:spPr>
          <a:xfrm>
            <a:off x="-1" y="0"/>
            <a:ext cx="12191999" cy="6857999"/>
          </a:xfrm>
          <a:prstGeom prst="rect">
            <a:avLst/>
          </a:prstGeom>
        </p:spPr>
      </p:pic>
      <p:pic>
        <p:nvPicPr>
          <p:cNvPr id="12" name="Picture 11">
            <a:extLst>
              <a:ext uri="{FF2B5EF4-FFF2-40B4-BE49-F238E27FC236}">
                <a16:creationId xmlns:a16="http://schemas.microsoft.com/office/drawing/2014/main" id="{0E896095-168A-CC04-A8C4-D0F0B29F6C3E}"/>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1028916"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4166307"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303697" y="3485730"/>
            <a:ext cx="2144894" cy="2227609"/>
          </a:xfrm>
        </p:spPr>
        <p:txBody>
          <a:bodyPr anchor="t">
            <a:normAutofit/>
          </a:bodyPr>
          <a:lstStyle>
            <a:lvl1pPr marL="0" indent="0" algn="ctr">
              <a:buNone/>
              <a:defRPr sz="1800" b="1">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sp>
        <p:nvSpPr>
          <p:cNvPr id="6" name="Title 8">
            <a:extLst>
              <a:ext uri="{FF2B5EF4-FFF2-40B4-BE49-F238E27FC236}">
                <a16:creationId xmlns:a16="http://schemas.microsoft.com/office/drawing/2014/main" id="{7CDF6129-F68F-BCC9-AE5D-B6CE92B23610}"/>
              </a:ext>
            </a:extLst>
          </p:cNvPr>
          <p:cNvSpPr>
            <a:spLocks noGrp="1"/>
          </p:cNvSpPr>
          <p:nvPr>
            <p:ph type="title" hasCustomPrompt="1"/>
          </p:nvPr>
        </p:nvSpPr>
        <p:spPr>
          <a:xfrm>
            <a:off x="463063" y="190800"/>
            <a:ext cx="8416777" cy="896400"/>
          </a:xfrm>
        </p:spPr>
        <p:txBody>
          <a:bodyPr/>
          <a:lstStyle>
            <a:lvl1pPr>
              <a:defRPr>
                <a:solidFill>
                  <a:srgbClr val="00FDFD"/>
                </a:solidFill>
              </a:defRPr>
            </a:lvl1pPr>
          </a:lstStyle>
          <a:p>
            <a:r>
              <a:rPr lang="en-US"/>
              <a:t>Key Takeaways</a:t>
            </a:r>
          </a:p>
        </p:txBody>
      </p:sp>
      <p:sp>
        <p:nvSpPr>
          <p:cNvPr id="3" name="Oval 2">
            <a:extLst>
              <a:ext uri="{FF2B5EF4-FFF2-40B4-BE49-F238E27FC236}">
                <a16:creationId xmlns:a16="http://schemas.microsoft.com/office/drawing/2014/main" id="{472D9EDE-44E4-79C9-44F2-CBAC51C137D6}"/>
              </a:ext>
            </a:extLst>
          </p:cNvPr>
          <p:cNvSpPr/>
          <p:nvPr userDrawn="1"/>
        </p:nvSpPr>
        <p:spPr>
          <a:xfrm>
            <a:off x="1427287" y="195378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24253C24-F938-4CB3-2AB0-EBA180EFC4C7}"/>
              </a:ext>
            </a:extLst>
          </p:cNvPr>
          <p:cNvSpPr/>
          <p:nvPr userDrawn="1"/>
        </p:nvSpPr>
        <p:spPr>
          <a:xfrm>
            <a:off x="4561745" y="195378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8" name="Oval 7">
            <a:extLst>
              <a:ext uri="{FF2B5EF4-FFF2-40B4-BE49-F238E27FC236}">
                <a16:creationId xmlns:a16="http://schemas.microsoft.com/office/drawing/2014/main" id="{5C3AAA43-2CCF-A45E-1C02-5309B0A49263}"/>
              </a:ext>
            </a:extLst>
          </p:cNvPr>
          <p:cNvSpPr/>
          <p:nvPr userDrawn="1"/>
        </p:nvSpPr>
        <p:spPr>
          <a:xfrm>
            <a:off x="7696203" y="1953780"/>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91BC5"/>
              </a:solidFill>
              <a:latin typeface="Avenir Next LT Pro" panose="020B0504020202020204" pitchFamily="34" charset="0"/>
            </a:endParaRPr>
          </a:p>
        </p:txBody>
      </p:sp>
      <p:sp>
        <p:nvSpPr>
          <p:cNvPr id="10" name="Picture Placeholder 9">
            <a:extLst>
              <a:ext uri="{FF2B5EF4-FFF2-40B4-BE49-F238E27FC236}">
                <a16:creationId xmlns:a16="http://schemas.microsoft.com/office/drawing/2014/main" id="{65E7F16C-930F-451B-ADF5-B8F74C4A4E51}"/>
              </a:ext>
            </a:extLst>
          </p:cNvPr>
          <p:cNvSpPr>
            <a:spLocks noGrp="1"/>
          </p:cNvSpPr>
          <p:nvPr>
            <p:ph type="pic" sz="quarter" idx="15"/>
          </p:nvPr>
        </p:nvSpPr>
        <p:spPr>
          <a:xfrm>
            <a:off x="1408481" y="1954213"/>
            <a:ext cx="1358900" cy="1347787"/>
          </a:xfrm>
          <a:prstGeom prst="ellipse">
            <a:avLst/>
          </a:prstGeom>
        </p:spPr>
        <p:txBody>
          <a:bodyPr anchor="ctr">
            <a:normAutofit/>
          </a:bodyPr>
          <a:lstStyle>
            <a:lvl1pPr marL="0" indent="0">
              <a:buNone/>
              <a:defRPr sz="1400"/>
            </a:lvl1pPr>
          </a:lstStyle>
          <a:p>
            <a:endParaRPr lang="en-GB"/>
          </a:p>
        </p:txBody>
      </p:sp>
      <p:sp>
        <p:nvSpPr>
          <p:cNvPr id="16" name="Picture Placeholder 15">
            <a:extLst>
              <a:ext uri="{FF2B5EF4-FFF2-40B4-BE49-F238E27FC236}">
                <a16:creationId xmlns:a16="http://schemas.microsoft.com/office/drawing/2014/main" id="{E7A6C65F-F3F1-0AF0-91B3-75C0CC898730}"/>
              </a:ext>
            </a:extLst>
          </p:cNvPr>
          <p:cNvSpPr>
            <a:spLocks noGrp="1"/>
          </p:cNvSpPr>
          <p:nvPr>
            <p:ph type="pic" sz="quarter" idx="16"/>
          </p:nvPr>
        </p:nvSpPr>
        <p:spPr>
          <a:xfrm>
            <a:off x="4540619" y="1954213"/>
            <a:ext cx="1358900"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18" name="Picture Placeholder 17">
            <a:extLst>
              <a:ext uri="{FF2B5EF4-FFF2-40B4-BE49-F238E27FC236}">
                <a16:creationId xmlns:a16="http://schemas.microsoft.com/office/drawing/2014/main" id="{8B5F73BE-0616-E635-72F4-E190B21AC2B0}"/>
              </a:ext>
            </a:extLst>
          </p:cNvPr>
          <p:cNvSpPr>
            <a:spLocks noGrp="1"/>
          </p:cNvSpPr>
          <p:nvPr>
            <p:ph type="pic" sz="quarter" idx="17"/>
          </p:nvPr>
        </p:nvSpPr>
        <p:spPr>
          <a:xfrm>
            <a:off x="7685456" y="1954213"/>
            <a:ext cx="1358900" cy="1347787"/>
          </a:xfrm>
          <a:prstGeom prst="ellipse">
            <a:avLst/>
          </a:prstGeom>
        </p:spPr>
        <p:txBody>
          <a:bodyPr vert="horz" lIns="91440" tIns="45720" rIns="91440" bIns="45720" rtlCol="0" anchor="ctr">
            <a:normAutofit/>
          </a:bodyPr>
          <a:lstStyle>
            <a:lvl1pPr marL="0" indent="0">
              <a:buNone/>
              <a:defRPr lang="en-GB" sz="1400"/>
            </a:lvl1pPr>
          </a:lstStyle>
          <a:p>
            <a:pPr marL="228600" lvl="0" indent="-228600"/>
            <a:endParaRPr lang="en-GB"/>
          </a:p>
        </p:txBody>
      </p:sp>
      <p:sp>
        <p:nvSpPr>
          <p:cNvPr id="4" name="Footer Placeholder 4">
            <a:extLst>
              <a:ext uri="{FF2B5EF4-FFF2-40B4-BE49-F238E27FC236}">
                <a16:creationId xmlns:a16="http://schemas.microsoft.com/office/drawing/2014/main" id="{D78199CF-9425-2665-B2DC-AA4606498C2B}"/>
              </a:ext>
            </a:extLst>
          </p:cNvPr>
          <p:cNvSpPr>
            <a:spLocks noGrp="1"/>
          </p:cNvSpPr>
          <p:nvPr>
            <p:ph type="ftr" sz="quarter" idx="11"/>
          </p:nvPr>
        </p:nvSpPr>
        <p:spPr>
          <a:xfrm>
            <a:off x="463065"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889311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9AE63-1AA5-F2B4-A169-F0E7A9283DAB}"/>
              </a:ext>
            </a:extLst>
          </p:cNvPr>
          <p:cNvSpPr/>
          <p:nvPr userDrawn="1"/>
        </p:nvSpPr>
        <p:spPr>
          <a:xfrm>
            <a:off x="0" y="-2"/>
            <a:ext cx="12192000" cy="6858001"/>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2" name="Picture 1" descr="A blue and white kite&#10;&#10;Description automatically generated">
            <a:extLst>
              <a:ext uri="{FF2B5EF4-FFF2-40B4-BE49-F238E27FC236}">
                <a16:creationId xmlns:a16="http://schemas.microsoft.com/office/drawing/2014/main" id="{4AEB7086-5343-6D74-52E3-208CE9D899B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2">
            <a:extLst>
              <a:ext uri="{FF2B5EF4-FFF2-40B4-BE49-F238E27FC236}">
                <a16:creationId xmlns:a16="http://schemas.microsoft.com/office/drawing/2014/main" id="{8C9428DB-99E0-09BD-9167-47E1A31CAF87}"/>
              </a:ext>
            </a:extLst>
          </p:cNvPr>
          <p:cNvSpPr>
            <a:spLocks noGrp="1"/>
          </p:cNvSpPr>
          <p:nvPr>
            <p:ph idx="1" hasCustomPrompt="1"/>
          </p:nvPr>
        </p:nvSpPr>
        <p:spPr>
          <a:xfrm>
            <a:off x="463064" y="1753200"/>
            <a:ext cx="8680933" cy="4567485"/>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pic>
        <p:nvPicPr>
          <p:cNvPr id="12" name="Picture 11">
            <a:extLst>
              <a:ext uri="{FF2B5EF4-FFF2-40B4-BE49-F238E27FC236}">
                <a16:creationId xmlns:a16="http://schemas.microsoft.com/office/drawing/2014/main" id="{5A2F2FF7-DA01-DE7A-42D0-86400CF9FFAD}"/>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5" name="Text Placeholder 2">
            <a:extLst>
              <a:ext uri="{FF2B5EF4-FFF2-40B4-BE49-F238E27FC236}">
                <a16:creationId xmlns:a16="http://schemas.microsoft.com/office/drawing/2014/main" id="{C1BE65B7-503F-EB0D-7957-89F2AFC2158A}"/>
              </a:ext>
            </a:extLst>
          </p:cNvPr>
          <p:cNvSpPr>
            <a:spLocks noGrp="1"/>
          </p:cNvSpPr>
          <p:nvPr>
            <p:ph type="body" idx="12"/>
          </p:nvPr>
        </p:nvSpPr>
        <p:spPr>
          <a:xfrm>
            <a:off x="463064" y="1141200"/>
            <a:ext cx="8680934" cy="561600"/>
          </a:xfrm>
        </p:spPr>
        <p:txBody>
          <a:bodyPr anchor="ctr"/>
          <a:lstStyle>
            <a:lvl1pPr marL="0" indent="0">
              <a:buNone/>
              <a:defRPr sz="2400" b="1">
                <a:solidFill>
                  <a:srgbClr val="FFFF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itle 8">
            <a:extLst>
              <a:ext uri="{FF2B5EF4-FFF2-40B4-BE49-F238E27FC236}">
                <a16:creationId xmlns:a16="http://schemas.microsoft.com/office/drawing/2014/main" id="{A9F3474E-EDBB-657F-5852-B13741BCDE79}"/>
              </a:ext>
            </a:extLst>
          </p:cNvPr>
          <p:cNvSpPr>
            <a:spLocks noGrp="1"/>
          </p:cNvSpPr>
          <p:nvPr>
            <p:ph type="title" hasCustomPrompt="1"/>
          </p:nvPr>
        </p:nvSpPr>
        <p:spPr>
          <a:xfrm>
            <a:off x="463063" y="190800"/>
            <a:ext cx="8680936" cy="896400"/>
          </a:xfrm>
        </p:spPr>
        <p:txBody>
          <a:bodyPr/>
          <a:lstStyle>
            <a:lvl1pPr>
              <a:defRPr>
                <a:solidFill>
                  <a:srgbClr val="00FDFD"/>
                </a:solidFill>
              </a:defRPr>
            </a:lvl1pPr>
          </a:lstStyle>
          <a:p>
            <a:r>
              <a:rPr lang="en-US"/>
              <a:t>Discussion Slide</a:t>
            </a:r>
          </a:p>
        </p:txBody>
      </p:sp>
      <p:sp>
        <p:nvSpPr>
          <p:cNvPr id="6" name="Footer Placeholder 4">
            <a:extLst>
              <a:ext uri="{FF2B5EF4-FFF2-40B4-BE49-F238E27FC236}">
                <a16:creationId xmlns:a16="http://schemas.microsoft.com/office/drawing/2014/main" id="{D10500B3-B513-2478-4026-E7B14FA1F948}"/>
              </a:ext>
            </a:extLst>
          </p:cNvPr>
          <p:cNvSpPr>
            <a:spLocks noGrp="1"/>
          </p:cNvSpPr>
          <p:nvPr>
            <p:ph type="ftr" sz="quarter" idx="11"/>
          </p:nvPr>
        </p:nvSpPr>
        <p:spPr>
          <a:xfrm>
            <a:off x="463066" y="6372000"/>
            <a:ext cx="8680932"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3581453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ussion slide_No sub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9AE63-1AA5-F2B4-A169-F0E7A9283DAB}"/>
              </a:ext>
            </a:extLst>
          </p:cNvPr>
          <p:cNvSpPr/>
          <p:nvPr userDrawn="1"/>
        </p:nvSpPr>
        <p:spPr>
          <a:xfrm>
            <a:off x="0" y="-2"/>
            <a:ext cx="12192000" cy="6858001"/>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11" name="Picture 10" descr="A blue and white kite&#10;&#10;Description automatically generated">
            <a:extLst>
              <a:ext uri="{FF2B5EF4-FFF2-40B4-BE49-F238E27FC236}">
                <a16:creationId xmlns:a16="http://schemas.microsoft.com/office/drawing/2014/main" id="{69C8D54C-5793-731B-1F85-F929AF6EA55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2">
            <a:extLst>
              <a:ext uri="{FF2B5EF4-FFF2-40B4-BE49-F238E27FC236}">
                <a16:creationId xmlns:a16="http://schemas.microsoft.com/office/drawing/2014/main" id="{8C9428DB-99E0-09BD-9167-47E1A31CAF87}"/>
              </a:ext>
            </a:extLst>
          </p:cNvPr>
          <p:cNvSpPr>
            <a:spLocks noGrp="1"/>
          </p:cNvSpPr>
          <p:nvPr>
            <p:ph idx="1" hasCustomPrompt="1"/>
          </p:nvPr>
        </p:nvSpPr>
        <p:spPr>
          <a:xfrm>
            <a:off x="463064" y="1141199"/>
            <a:ext cx="8680936" cy="5179486"/>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3707D5A2-7CD3-3153-279E-B51148B4F4A4}"/>
              </a:ext>
            </a:extLst>
          </p:cNvPr>
          <p:cNvSpPr>
            <a:spLocks noGrp="1"/>
          </p:cNvSpPr>
          <p:nvPr>
            <p:ph type="title" hasCustomPrompt="1"/>
          </p:nvPr>
        </p:nvSpPr>
        <p:spPr>
          <a:xfrm>
            <a:off x="463063" y="190800"/>
            <a:ext cx="8680936" cy="896400"/>
          </a:xfrm>
        </p:spPr>
        <p:txBody>
          <a:bodyPr/>
          <a:lstStyle>
            <a:lvl1pPr>
              <a:defRPr>
                <a:solidFill>
                  <a:srgbClr val="00FDFD"/>
                </a:solidFill>
              </a:defRPr>
            </a:lvl1pPr>
          </a:lstStyle>
          <a:p>
            <a:r>
              <a:rPr lang="en-US"/>
              <a:t>Discussion Slide</a:t>
            </a:r>
          </a:p>
        </p:txBody>
      </p:sp>
      <p:pic>
        <p:nvPicPr>
          <p:cNvPr id="12" name="Picture 11">
            <a:extLst>
              <a:ext uri="{FF2B5EF4-FFF2-40B4-BE49-F238E27FC236}">
                <a16:creationId xmlns:a16="http://schemas.microsoft.com/office/drawing/2014/main" id="{5A2F2FF7-DA01-DE7A-42D0-86400CF9FFAD}"/>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2" name="Footer Placeholder 4">
            <a:extLst>
              <a:ext uri="{FF2B5EF4-FFF2-40B4-BE49-F238E27FC236}">
                <a16:creationId xmlns:a16="http://schemas.microsoft.com/office/drawing/2014/main" id="{55FC474B-704D-9D84-2461-FB630622622D}"/>
              </a:ext>
            </a:extLst>
          </p:cNvPr>
          <p:cNvSpPr>
            <a:spLocks noGrp="1"/>
          </p:cNvSpPr>
          <p:nvPr>
            <p:ph type="ftr" sz="quarter" idx="11"/>
          </p:nvPr>
        </p:nvSpPr>
        <p:spPr>
          <a:xfrm>
            <a:off x="463066" y="6372000"/>
            <a:ext cx="8680934"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9494031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oting slide_Grey">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4657A9F9-311D-7412-264E-1E66A62DA6D5}"/>
              </a:ext>
            </a:extLst>
          </p:cNvPr>
          <p:cNvPicPr>
            <a:picLocks noChangeAspect="1"/>
          </p:cNvPicPr>
          <p:nvPr userDrawn="1"/>
        </p:nvPicPr>
        <p:blipFill rotWithShape="1">
          <a:blip r:embed="rId2"/>
          <a:srcRect b="7710"/>
          <a:stretch/>
        </p:blipFill>
        <p:spPr>
          <a:xfrm>
            <a:off x="-1" y="0"/>
            <a:ext cx="12192001" cy="6329307"/>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3769743" y="2141853"/>
            <a:ext cx="7006288" cy="4187454"/>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916E3517-5545-01E2-449A-7598E2A219B7}"/>
              </a:ext>
            </a:extLst>
          </p:cNvPr>
          <p:cNvSpPr>
            <a:spLocks noGrp="1"/>
          </p:cNvSpPr>
          <p:nvPr>
            <p:ph type="title" hasCustomPrompt="1"/>
          </p:nvPr>
        </p:nvSpPr>
        <p:spPr>
          <a:xfrm>
            <a:off x="464400" y="190800"/>
            <a:ext cx="10314000" cy="896400"/>
          </a:xfrm>
        </p:spPr>
        <p:txBody>
          <a:bodyPr/>
          <a:lstStyle>
            <a:lvl1pPr>
              <a:defRPr/>
            </a:lvl1pPr>
          </a:lstStyle>
          <a:p>
            <a:r>
              <a:rPr lang="en-US"/>
              <a:t>Voting slide title to go here</a:t>
            </a:r>
          </a:p>
        </p:txBody>
      </p:sp>
      <p:pic>
        <p:nvPicPr>
          <p:cNvPr id="4" name="Picture 3">
            <a:extLst>
              <a:ext uri="{FF2B5EF4-FFF2-40B4-BE49-F238E27FC236}">
                <a16:creationId xmlns:a16="http://schemas.microsoft.com/office/drawing/2014/main" id="{BEAD4BEC-CB9F-01FC-9D89-6030F0879415}"/>
              </a:ext>
            </a:extLst>
          </p:cNvPr>
          <p:cNvPicPr>
            <a:picLocks noChangeAspect="1"/>
          </p:cNvPicPr>
          <p:nvPr userDrawn="1"/>
        </p:nvPicPr>
        <p:blipFill rotWithShape="1">
          <a:blip r:embed="rId3"/>
          <a:srcRect b="24355"/>
          <a:stretch/>
        </p:blipFill>
        <p:spPr>
          <a:xfrm>
            <a:off x="490335" y="2141853"/>
            <a:ext cx="3103894" cy="4716147"/>
          </a:xfrm>
          <a:prstGeom prst="rect">
            <a:avLst/>
          </a:prstGeom>
        </p:spPr>
      </p:pic>
      <p:sp>
        <p:nvSpPr>
          <p:cNvPr id="6" name="Picture Placeholder 5">
            <a:extLst>
              <a:ext uri="{FF2B5EF4-FFF2-40B4-BE49-F238E27FC236}">
                <a16:creationId xmlns:a16="http://schemas.microsoft.com/office/drawing/2014/main" id="{20EC3D4E-8A8B-973F-5955-31F7FBA9ACCC}"/>
              </a:ext>
            </a:extLst>
          </p:cNvPr>
          <p:cNvSpPr>
            <a:spLocks noGrp="1"/>
          </p:cNvSpPr>
          <p:nvPr>
            <p:ph type="pic" sz="quarter" idx="13"/>
          </p:nvPr>
        </p:nvSpPr>
        <p:spPr>
          <a:xfrm>
            <a:off x="814752" y="2716557"/>
            <a:ext cx="2444888" cy="2432050"/>
          </a:xfrm>
        </p:spPr>
        <p:txBody>
          <a:bodyPr anchor="ctr">
            <a:normAutofit/>
          </a:bodyPr>
          <a:lstStyle>
            <a:lvl1pPr marL="0" indent="0" algn="ctr">
              <a:buNone/>
              <a:defRPr sz="1600"/>
            </a:lvl1pPr>
          </a:lstStyle>
          <a:p>
            <a:endParaRPr lang="en-GB"/>
          </a:p>
        </p:txBody>
      </p:sp>
      <p:sp>
        <p:nvSpPr>
          <p:cNvPr id="10" name="Text Placeholder 9">
            <a:extLst>
              <a:ext uri="{FF2B5EF4-FFF2-40B4-BE49-F238E27FC236}">
                <a16:creationId xmlns:a16="http://schemas.microsoft.com/office/drawing/2014/main" id="{36A675EF-6D50-94C9-7104-0A3CAC656BBB}"/>
              </a:ext>
            </a:extLst>
          </p:cNvPr>
          <p:cNvSpPr>
            <a:spLocks noGrp="1"/>
          </p:cNvSpPr>
          <p:nvPr>
            <p:ph type="body" sz="quarter" idx="14"/>
          </p:nvPr>
        </p:nvSpPr>
        <p:spPr>
          <a:xfrm>
            <a:off x="814752" y="5320198"/>
            <a:ext cx="2444888" cy="869587"/>
          </a:xfrm>
        </p:spPr>
        <p:txBody>
          <a:bodyPr>
            <a:noAutofit/>
          </a:bodyPr>
          <a:lstStyle>
            <a:lvl1pPr>
              <a:defRPr sz="2000"/>
            </a:lvl1pPr>
            <a:lvl2pPr>
              <a:defRPr sz="1800"/>
            </a:lvl2pPr>
            <a:lvl3pPr>
              <a:defRPr sz="1800"/>
            </a:lvl3pPr>
            <a:lvl4pPr>
              <a:defRPr sz="1600"/>
            </a:lvl4pPr>
            <a:lvl5pPr>
              <a:defRPr sz="1600"/>
            </a:lvl5pPr>
          </a:lstStyle>
          <a:p>
            <a:pPr lvl="0"/>
            <a:r>
              <a:rPr lang="en-US"/>
              <a:t>Click to edit Master text styles</a:t>
            </a:r>
          </a:p>
          <a:p>
            <a:pPr lvl="1"/>
            <a:r>
              <a:rPr lang="en-US"/>
              <a:t>Second level</a:t>
            </a:r>
          </a:p>
        </p:txBody>
      </p:sp>
      <p:sp>
        <p:nvSpPr>
          <p:cNvPr id="8" name="Footer Placeholder 4">
            <a:extLst>
              <a:ext uri="{FF2B5EF4-FFF2-40B4-BE49-F238E27FC236}">
                <a16:creationId xmlns:a16="http://schemas.microsoft.com/office/drawing/2014/main" id="{30F11E91-571D-D6D8-D415-498D2B025867}"/>
              </a:ext>
            </a:extLst>
          </p:cNvPr>
          <p:cNvSpPr>
            <a:spLocks noGrp="1"/>
          </p:cNvSpPr>
          <p:nvPr>
            <p:ph type="ftr" sz="quarter" idx="11"/>
          </p:nvPr>
        </p:nvSpPr>
        <p:spPr>
          <a:xfrm>
            <a:off x="3769743" y="6372000"/>
            <a:ext cx="7006288" cy="432000"/>
          </a:xfrm>
        </p:spPr>
        <p:txBody>
          <a:bodyPr anchor="b"/>
          <a:lstStyle>
            <a:lvl1pPr algn="l">
              <a:defRPr sz="900">
                <a:solidFill>
                  <a:schemeClr val="bg1">
                    <a:lumMod val="50000"/>
                  </a:schemeClr>
                </a:solidFill>
              </a:defRPr>
            </a:lvl1pPr>
          </a:lstStyle>
          <a:p>
            <a:r>
              <a:rPr lang="en-US"/>
              <a:t>Footer here</a:t>
            </a:r>
          </a:p>
        </p:txBody>
      </p:sp>
      <p:sp>
        <p:nvSpPr>
          <p:cNvPr id="12" name="Content Placeholder 2">
            <a:extLst>
              <a:ext uri="{FF2B5EF4-FFF2-40B4-BE49-F238E27FC236}">
                <a16:creationId xmlns:a16="http://schemas.microsoft.com/office/drawing/2014/main" id="{BFD53E17-E69C-0516-9FEE-F4879839BC5F}"/>
              </a:ext>
            </a:extLst>
          </p:cNvPr>
          <p:cNvSpPr>
            <a:spLocks noGrp="1"/>
          </p:cNvSpPr>
          <p:nvPr>
            <p:ph idx="12"/>
          </p:nvPr>
        </p:nvSpPr>
        <p:spPr>
          <a:xfrm>
            <a:off x="463064" y="1139980"/>
            <a:ext cx="10312966" cy="562220"/>
          </a:xfrm>
        </p:spPr>
        <p:txBody>
          <a:bodyPr anchor="ctr"/>
          <a:lstStyle>
            <a:lvl1pPr marL="0" indent="0">
              <a:buNone/>
              <a:defRPr b="1"/>
            </a:lvl1pPr>
          </a:lstStyle>
          <a:p>
            <a:pPr lvl="0"/>
            <a:r>
              <a:rPr lang="en-US"/>
              <a:t>Click to edit Master text styles</a:t>
            </a:r>
          </a:p>
        </p:txBody>
      </p:sp>
      <p:pic>
        <p:nvPicPr>
          <p:cNvPr id="2" name="Picture 1" descr="A purple letters on a black background&#10;&#10;Description automatically generated">
            <a:extLst>
              <a:ext uri="{FF2B5EF4-FFF2-40B4-BE49-F238E27FC236}">
                <a16:creationId xmlns:a16="http://schemas.microsoft.com/office/drawing/2014/main" id="{D9B6A8FE-5F86-023A-782B-1F787ABB80CB}"/>
              </a:ext>
            </a:extLst>
          </p:cNvPr>
          <p:cNvPicPr>
            <a:picLocks noChangeAspect="1"/>
          </p:cNvPicPr>
          <p:nvPr userDrawn="1"/>
        </p:nvPicPr>
        <p:blipFill>
          <a:blip r:embed="rId4"/>
          <a:stretch>
            <a:fillRect/>
          </a:stretch>
        </p:blipFill>
        <p:spPr>
          <a:xfrm>
            <a:off x="11105110" y="6464582"/>
            <a:ext cx="899566" cy="275893"/>
          </a:xfrm>
          <a:prstGeom prst="rect">
            <a:avLst/>
          </a:prstGeom>
        </p:spPr>
      </p:pic>
    </p:spTree>
    <p:extLst>
      <p:ext uri="{BB962C8B-B14F-4D97-AF65-F5344CB8AC3E}">
        <p14:creationId xmlns:p14="http://schemas.microsoft.com/office/powerpoint/2010/main" val="4172026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oting slide_Blu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4BC8323-8A17-A918-C44B-CF3C1A685BCC}"/>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054E28F7-728C-2A8D-5B82-14A5E0396F2F}"/>
                </a:ext>
              </a:extLst>
            </p:cNvPr>
            <p:cNvSpPr/>
            <p:nvPr userDrawn="1"/>
          </p:nvSpPr>
          <p:spPr>
            <a:xfrm>
              <a:off x="0"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pic>
          <p:nvPicPr>
            <p:cNvPr id="10" name="Picture 9" descr="A blue and white kite&#10;&#10;Description automatically generated">
              <a:extLst>
                <a:ext uri="{FF2B5EF4-FFF2-40B4-BE49-F238E27FC236}">
                  <a16:creationId xmlns:a16="http://schemas.microsoft.com/office/drawing/2014/main" id="{7C32D83C-A7E9-EDD9-A571-399F8757C5F8}"/>
                </a:ext>
              </a:extLst>
            </p:cNvPr>
            <p:cNvPicPr>
              <a:picLocks noChangeAspect="1"/>
            </p:cNvPicPr>
            <p:nvPr userDrawn="1"/>
          </p:nvPicPr>
          <p:blipFill rotWithShape="1">
            <a:blip r:embed="rId2"/>
            <a:srcRect l="70407" b="31888"/>
            <a:stretch/>
          </p:blipFill>
          <p:spPr>
            <a:xfrm>
              <a:off x="9543392" y="0"/>
              <a:ext cx="2648607" cy="3429000"/>
            </a:xfrm>
            <a:prstGeom prst="rect">
              <a:avLst/>
            </a:prstGeom>
          </p:spPr>
        </p:pic>
      </p:grpSp>
      <p:pic>
        <p:nvPicPr>
          <p:cNvPr id="11" name="Picture 10">
            <a:extLst>
              <a:ext uri="{FF2B5EF4-FFF2-40B4-BE49-F238E27FC236}">
                <a16:creationId xmlns:a16="http://schemas.microsoft.com/office/drawing/2014/main" id="{4DB2E6A8-5784-8D7B-2C5B-26F7384F92C1}"/>
              </a:ext>
            </a:extLst>
          </p:cNvPr>
          <p:cNvPicPr>
            <a:picLocks noChangeAspect="1"/>
          </p:cNvPicPr>
          <p:nvPr userDrawn="1"/>
        </p:nvPicPr>
        <p:blipFill>
          <a:blip r:embed="rId3"/>
          <a:stretch>
            <a:fillRect/>
          </a:stretch>
        </p:blipFill>
        <p:spPr>
          <a:xfrm>
            <a:off x="11100603" y="6461587"/>
            <a:ext cx="910423" cy="278482"/>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3769743" y="2141853"/>
            <a:ext cx="7006287" cy="4187454"/>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sp>
        <p:nvSpPr>
          <p:cNvPr id="14" name="Rounded Rectangle 13">
            <a:extLst>
              <a:ext uri="{FF2B5EF4-FFF2-40B4-BE49-F238E27FC236}">
                <a16:creationId xmlns:a16="http://schemas.microsoft.com/office/drawing/2014/main" id="{FC3DAAF0-6B1D-FF2C-50D1-EDDA76CA46AF}"/>
              </a:ext>
            </a:extLst>
          </p:cNvPr>
          <p:cNvSpPr/>
          <p:nvPr userDrawn="1"/>
        </p:nvSpPr>
        <p:spPr>
          <a:xfrm>
            <a:off x="578843" y="2247728"/>
            <a:ext cx="2869324" cy="4617679"/>
          </a:xfrm>
          <a:prstGeom prst="round2Same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0"/>
            </a:endParaRPr>
          </a:p>
        </p:txBody>
      </p:sp>
      <p:sp>
        <p:nvSpPr>
          <p:cNvPr id="7" name="Title 8">
            <a:extLst>
              <a:ext uri="{FF2B5EF4-FFF2-40B4-BE49-F238E27FC236}">
                <a16:creationId xmlns:a16="http://schemas.microsoft.com/office/drawing/2014/main" id="{90C77EE2-1E58-F517-B5B6-2660100AA695}"/>
              </a:ext>
            </a:extLst>
          </p:cNvPr>
          <p:cNvSpPr>
            <a:spLocks noGrp="1"/>
          </p:cNvSpPr>
          <p:nvPr>
            <p:ph type="title" hasCustomPrompt="1"/>
          </p:nvPr>
        </p:nvSpPr>
        <p:spPr>
          <a:xfrm>
            <a:off x="464400" y="190800"/>
            <a:ext cx="9380640" cy="896400"/>
          </a:xfrm>
        </p:spPr>
        <p:txBody>
          <a:bodyPr/>
          <a:lstStyle>
            <a:lvl1pPr>
              <a:defRPr>
                <a:solidFill>
                  <a:srgbClr val="00FDFD"/>
                </a:solidFill>
              </a:defRPr>
            </a:lvl1pPr>
          </a:lstStyle>
          <a:p>
            <a:r>
              <a:rPr lang="en-US"/>
              <a:t>Voting slide title to go here</a:t>
            </a:r>
          </a:p>
        </p:txBody>
      </p:sp>
      <p:sp>
        <p:nvSpPr>
          <p:cNvPr id="15" name="Content Placeholder 2">
            <a:extLst>
              <a:ext uri="{FF2B5EF4-FFF2-40B4-BE49-F238E27FC236}">
                <a16:creationId xmlns:a16="http://schemas.microsoft.com/office/drawing/2014/main" id="{1892D154-AD54-45F3-6CA5-242836506E86}"/>
              </a:ext>
            </a:extLst>
          </p:cNvPr>
          <p:cNvSpPr>
            <a:spLocks noGrp="1"/>
          </p:cNvSpPr>
          <p:nvPr>
            <p:ph idx="12"/>
          </p:nvPr>
        </p:nvSpPr>
        <p:spPr>
          <a:xfrm>
            <a:off x="463064" y="1139980"/>
            <a:ext cx="9380640" cy="562220"/>
          </a:xfrm>
        </p:spPr>
        <p:txBody>
          <a:bodyPr anchor="ctr"/>
          <a:lstStyle>
            <a:lvl1pPr marL="0" indent="0">
              <a:buNone/>
              <a:defRPr b="1">
                <a:solidFill>
                  <a:srgbClr val="FFFFFF"/>
                </a:solidFill>
              </a:defRPr>
            </a:lvl1pPr>
          </a:lstStyle>
          <a:p>
            <a:pPr lvl="0"/>
            <a:r>
              <a:rPr lang="en-US"/>
              <a:t>Click to edit Master text styles</a:t>
            </a:r>
          </a:p>
        </p:txBody>
      </p:sp>
      <p:sp>
        <p:nvSpPr>
          <p:cNvPr id="2" name="Footer Placeholder 4">
            <a:extLst>
              <a:ext uri="{FF2B5EF4-FFF2-40B4-BE49-F238E27FC236}">
                <a16:creationId xmlns:a16="http://schemas.microsoft.com/office/drawing/2014/main" id="{7BB5DD32-E5B7-5195-5ADF-278FE14E3A0A}"/>
              </a:ext>
            </a:extLst>
          </p:cNvPr>
          <p:cNvSpPr>
            <a:spLocks noGrp="1"/>
          </p:cNvSpPr>
          <p:nvPr>
            <p:ph type="ftr" sz="quarter" idx="11"/>
          </p:nvPr>
        </p:nvSpPr>
        <p:spPr>
          <a:xfrm>
            <a:off x="3769743" y="6372000"/>
            <a:ext cx="7006288" cy="432000"/>
          </a:xfrm>
        </p:spPr>
        <p:txBody>
          <a:bodyPr anchor="b"/>
          <a:lstStyle>
            <a:lvl1pPr algn="l">
              <a:defRPr sz="900">
                <a:solidFill>
                  <a:schemeClr val="bg1">
                    <a:lumMod val="85000"/>
                  </a:schemeClr>
                </a:solidFill>
              </a:defRPr>
            </a:lvl1pPr>
          </a:lstStyle>
          <a:p>
            <a:r>
              <a:rPr lang="en-US"/>
              <a:t>Footer here</a:t>
            </a:r>
          </a:p>
        </p:txBody>
      </p:sp>
      <p:pic>
        <p:nvPicPr>
          <p:cNvPr id="5" name="Picture 4">
            <a:extLst>
              <a:ext uri="{FF2B5EF4-FFF2-40B4-BE49-F238E27FC236}">
                <a16:creationId xmlns:a16="http://schemas.microsoft.com/office/drawing/2014/main" id="{98ED8FB1-C117-9B31-B155-962E7DDFBE9E}"/>
              </a:ext>
            </a:extLst>
          </p:cNvPr>
          <p:cNvPicPr>
            <a:picLocks noChangeAspect="1"/>
          </p:cNvPicPr>
          <p:nvPr userDrawn="1"/>
        </p:nvPicPr>
        <p:blipFill rotWithShape="1">
          <a:blip r:embed="rId4"/>
          <a:srcRect b="24355"/>
          <a:stretch/>
        </p:blipFill>
        <p:spPr>
          <a:xfrm>
            <a:off x="490335" y="2141853"/>
            <a:ext cx="3103894" cy="4716147"/>
          </a:xfrm>
          <a:prstGeom prst="rect">
            <a:avLst/>
          </a:prstGeom>
        </p:spPr>
      </p:pic>
      <p:sp>
        <p:nvSpPr>
          <p:cNvPr id="9" name="Picture Placeholder 5">
            <a:extLst>
              <a:ext uri="{FF2B5EF4-FFF2-40B4-BE49-F238E27FC236}">
                <a16:creationId xmlns:a16="http://schemas.microsoft.com/office/drawing/2014/main" id="{F9712492-3D95-A9A5-5356-52CDDE73972F}"/>
              </a:ext>
            </a:extLst>
          </p:cNvPr>
          <p:cNvSpPr>
            <a:spLocks noGrp="1"/>
          </p:cNvSpPr>
          <p:nvPr>
            <p:ph type="pic" sz="quarter" idx="15"/>
          </p:nvPr>
        </p:nvSpPr>
        <p:spPr>
          <a:xfrm>
            <a:off x="814752" y="2716557"/>
            <a:ext cx="2444888" cy="2432050"/>
          </a:xfrm>
        </p:spPr>
        <p:txBody>
          <a:bodyPr anchor="ctr">
            <a:normAutofit/>
          </a:bodyPr>
          <a:lstStyle>
            <a:lvl1pPr marL="0" indent="0" algn="ctr">
              <a:buNone/>
              <a:defRPr sz="1600"/>
            </a:lvl1pPr>
          </a:lstStyle>
          <a:p>
            <a:endParaRPr lang="en-GB"/>
          </a:p>
        </p:txBody>
      </p:sp>
      <p:sp>
        <p:nvSpPr>
          <p:cNvPr id="16" name="Text Placeholder 9">
            <a:extLst>
              <a:ext uri="{FF2B5EF4-FFF2-40B4-BE49-F238E27FC236}">
                <a16:creationId xmlns:a16="http://schemas.microsoft.com/office/drawing/2014/main" id="{4F9D51E6-5480-8787-214F-6C8EA516C19D}"/>
              </a:ext>
            </a:extLst>
          </p:cNvPr>
          <p:cNvSpPr>
            <a:spLocks noGrp="1"/>
          </p:cNvSpPr>
          <p:nvPr>
            <p:ph type="body" sz="quarter" idx="16"/>
          </p:nvPr>
        </p:nvSpPr>
        <p:spPr>
          <a:xfrm>
            <a:off x="814752" y="5320198"/>
            <a:ext cx="2444888" cy="869587"/>
          </a:xfrm>
        </p:spPr>
        <p:txBody>
          <a:bodyPr>
            <a:noAutofit/>
          </a:bodyPr>
          <a:lstStyle>
            <a:lvl1pPr>
              <a:defRPr sz="2000"/>
            </a:lvl1pPr>
            <a:lvl2pPr>
              <a:defRPr sz="1800"/>
            </a:lvl2pPr>
            <a:lvl3pPr>
              <a:defRPr sz="1800"/>
            </a:lvl3pPr>
            <a:lvl4pPr>
              <a:defRPr sz="1600"/>
            </a:lvl4pPr>
            <a:lvl5pPr>
              <a:defRPr sz="1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2525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aker slide x1">
    <p:spTree>
      <p:nvGrpSpPr>
        <p:cNvPr id="1" name=""/>
        <p:cNvGrpSpPr/>
        <p:nvPr/>
      </p:nvGrpSpPr>
      <p:grpSpPr>
        <a:xfrm>
          <a:off x="0" y="0"/>
          <a:ext cx="0" cy="0"/>
          <a:chOff x="0" y="0"/>
          <a:chExt cx="0" cy="0"/>
        </a:xfrm>
      </p:grpSpPr>
      <p:pic>
        <p:nvPicPr>
          <p:cNvPr id="2" name="Picture 1" descr="A close-up of a diamond&#10;&#10;Description automatically generated">
            <a:extLst>
              <a:ext uri="{FF2B5EF4-FFF2-40B4-BE49-F238E27FC236}">
                <a16:creationId xmlns:a16="http://schemas.microsoft.com/office/drawing/2014/main" id="{D1A92CB8-E91F-406E-1B15-BCE232293356}"/>
              </a:ext>
            </a:extLst>
          </p:cNvPr>
          <p:cNvPicPr>
            <a:picLocks noChangeAspect="1"/>
          </p:cNvPicPr>
          <p:nvPr userDrawn="1"/>
        </p:nvPicPr>
        <p:blipFill>
          <a:blip r:embed="rId2"/>
          <a:stretch>
            <a:fillRect/>
          </a:stretch>
        </p:blipFill>
        <p:spPr>
          <a:xfrm>
            <a:off x="-1" y="818"/>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3190651" y="3141414"/>
            <a:ext cx="4476239" cy="447859"/>
          </a:xfrm>
        </p:spPr>
        <p:txBody>
          <a:bodyPr anchor="b">
            <a:normAutofit/>
          </a:bodyPr>
          <a:lstStyle>
            <a:lvl1pPr marL="0" indent="0" algn="l">
              <a:buNone/>
              <a:defRPr sz="20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5" name="Text Placeholder 3">
            <a:extLst>
              <a:ext uri="{FF2B5EF4-FFF2-40B4-BE49-F238E27FC236}">
                <a16:creationId xmlns:a16="http://schemas.microsoft.com/office/drawing/2014/main" id="{2D2DCE46-C410-C624-1901-1ED4D792EB00}"/>
              </a:ext>
            </a:extLst>
          </p:cNvPr>
          <p:cNvSpPr>
            <a:spLocks noGrp="1"/>
          </p:cNvSpPr>
          <p:nvPr>
            <p:ph type="body" sz="half" idx="12" hasCustomPrompt="1"/>
          </p:nvPr>
        </p:nvSpPr>
        <p:spPr>
          <a:xfrm>
            <a:off x="3190651" y="3697838"/>
            <a:ext cx="4476240" cy="879781"/>
          </a:xfrm>
        </p:spPr>
        <p:txBody>
          <a:bodyPr>
            <a:normAutofit/>
          </a:bodyPr>
          <a:lstStyle>
            <a:lvl1pPr marL="0" indent="0" algn="l">
              <a:lnSpc>
                <a:spcPct val="100000"/>
              </a:lnSpc>
              <a:buNone/>
              <a:defRPr sz="14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8" name="Picture Placeholder 7">
            <a:extLst>
              <a:ext uri="{FF2B5EF4-FFF2-40B4-BE49-F238E27FC236}">
                <a16:creationId xmlns:a16="http://schemas.microsoft.com/office/drawing/2014/main" id="{E8D6475B-621C-2067-0BB5-56FDEE29B585}"/>
              </a:ext>
            </a:extLst>
          </p:cNvPr>
          <p:cNvSpPr>
            <a:spLocks noGrp="1"/>
          </p:cNvSpPr>
          <p:nvPr>
            <p:ph type="pic" sz="quarter" idx="13"/>
          </p:nvPr>
        </p:nvSpPr>
        <p:spPr>
          <a:xfrm>
            <a:off x="463550" y="2393950"/>
            <a:ext cx="2452688" cy="2452688"/>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400"/>
            </a:lvl1pPr>
          </a:lstStyle>
          <a:p>
            <a:endParaRPr lang="en-GB"/>
          </a:p>
        </p:txBody>
      </p:sp>
      <p:sp>
        <p:nvSpPr>
          <p:cNvPr id="4" name="Title 8">
            <a:extLst>
              <a:ext uri="{FF2B5EF4-FFF2-40B4-BE49-F238E27FC236}">
                <a16:creationId xmlns:a16="http://schemas.microsoft.com/office/drawing/2014/main" id="{58422517-BB3C-2388-F160-4F0AD0812101}"/>
              </a:ext>
            </a:extLst>
          </p:cNvPr>
          <p:cNvSpPr>
            <a:spLocks noGrp="1"/>
          </p:cNvSpPr>
          <p:nvPr>
            <p:ph type="title" hasCustomPrompt="1"/>
          </p:nvPr>
        </p:nvSpPr>
        <p:spPr>
          <a:xfrm>
            <a:off x="463064" y="537961"/>
            <a:ext cx="7624296" cy="1062287"/>
          </a:xfrm>
        </p:spPr>
        <p:txBody>
          <a:bodyPr anchor="t"/>
          <a:lstStyle>
            <a:lvl1pPr>
              <a:defRPr/>
            </a:lvl1pPr>
          </a:lstStyle>
          <a:p>
            <a:r>
              <a:rPr lang="en-US"/>
              <a:t>Speaker slide title to go here</a:t>
            </a:r>
          </a:p>
        </p:txBody>
      </p:sp>
    </p:spTree>
    <p:extLst>
      <p:ext uri="{BB962C8B-B14F-4D97-AF65-F5344CB8AC3E}">
        <p14:creationId xmlns:p14="http://schemas.microsoft.com/office/powerpoint/2010/main" val="40453736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eaker slide x2">
    <p:spTree>
      <p:nvGrpSpPr>
        <p:cNvPr id="1" name=""/>
        <p:cNvGrpSpPr/>
        <p:nvPr/>
      </p:nvGrpSpPr>
      <p:grpSpPr>
        <a:xfrm>
          <a:off x="0" y="0"/>
          <a:ext cx="0" cy="0"/>
          <a:chOff x="0" y="0"/>
          <a:chExt cx="0" cy="0"/>
        </a:xfrm>
      </p:grpSpPr>
      <p:pic>
        <p:nvPicPr>
          <p:cNvPr id="2" name="Picture 1" descr="A close-up of a diamond&#10;&#10;Description automatically generated">
            <a:extLst>
              <a:ext uri="{FF2B5EF4-FFF2-40B4-BE49-F238E27FC236}">
                <a16:creationId xmlns:a16="http://schemas.microsoft.com/office/drawing/2014/main" id="{64FC3F8B-2593-DCEC-41F9-70FA732E864B}"/>
              </a:ext>
            </a:extLst>
          </p:cNvPr>
          <p:cNvPicPr>
            <a:picLocks noChangeAspect="1"/>
          </p:cNvPicPr>
          <p:nvPr userDrawn="1"/>
        </p:nvPicPr>
        <p:blipFill>
          <a:blip r:embed="rId2"/>
          <a:stretch>
            <a:fillRect/>
          </a:stretch>
        </p:blipFill>
        <p:spPr>
          <a:xfrm>
            <a:off x="0" y="0"/>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451341" y="3998047"/>
            <a:ext cx="3113662" cy="447859"/>
          </a:xfrm>
        </p:spPr>
        <p:txBody>
          <a:bodyPr anchor="b">
            <a:normAutofit/>
          </a:bodyPr>
          <a:lstStyle>
            <a:lvl1pPr marL="0" indent="0" algn="l">
              <a:buNone/>
              <a:defRPr sz="18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17" name="Text Placeholder 3">
            <a:extLst>
              <a:ext uri="{FF2B5EF4-FFF2-40B4-BE49-F238E27FC236}">
                <a16:creationId xmlns:a16="http://schemas.microsoft.com/office/drawing/2014/main" id="{6871E96C-F269-1BB7-0766-D7158F812E77}"/>
              </a:ext>
            </a:extLst>
          </p:cNvPr>
          <p:cNvSpPr>
            <a:spLocks noGrp="1"/>
          </p:cNvSpPr>
          <p:nvPr>
            <p:ph type="body" sz="half" idx="12" hasCustomPrompt="1"/>
          </p:nvPr>
        </p:nvSpPr>
        <p:spPr>
          <a:xfrm>
            <a:off x="451341" y="4490415"/>
            <a:ext cx="3113662" cy="879781"/>
          </a:xfrm>
        </p:spPr>
        <p:txBody>
          <a:bodyPr>
            <a:normAutofit/>
          </a:bodyPr>
          <a:lstStyle>
            <a:lvl1pPr marL="0" indent="0" algn="l">
              <a:buNone/>
              <a:defRPr sz="14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4" name="Text Placeholder 3">
            <a:extLst>
              <a:ext uri="{FF2B5EF4-FFF2-40B4-BE49-F238E27FC236}">
                <a16:creationId xmlns:a16="http://schemas.microsoft.com/office/drawing/2014/main" id="{2A41BD1F-D676-E71D-259A-A149EE8B985B}"/>
              </a:ext>
            </a:extLst>
          </p:cNvPr>
          <p:cNvSpPr>
            <a:spLocks noGrp="1"/>
          </p:cNvSpPr>
          <p:nvPr>
            <p:ph type="body" sz="half" idx="13" hasCustomPrompt="1"/>
          </p:nvPr>
        </p:nvSpPr>
        <p:spPr>
          <a:xfrm>
            <a:off x="4629801" y="3998047"/>
            <a:ext cx="3113662" cy="447859"/>
          </a:xfrm>
        </p:spPr>
        <p:txBody>
          <a:bodyPr anchor="b">
            <a:normAutofit/>
          </a:bodyPr>
          <a:lstStyle>
            <a:lvl1pPr marL="0" indent="0" algn="l">
              <a:buNone/>
              <a:defRPr sz="18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7" name="Text Placeholder 3">
            <a:extLst>
              <a:ext uri="{FF2B5EF4-FFF2-40B4-BE49-F238E27FC236}">
                <a16:creationId xmlns:a16="http://schemas.microsoft.com/office/drawing/2014/main" id="{13B8072F-B0CA-EE24-75D0-64C9041F8EF7}"/>
              </a:ext>
            </a:extLst>
          </p:cNvPr>
          <p:cNvSpPr>
            <a:spLocks noGrp="1"/>
          </p:cNvSpPr>
          <p:nvPr>
            <p:ph type="body" sz="half" idx="14" hasCustomPrompt="1"/>
          </p:nvPr>
        </p:nvSpPr>
        <p:spPr>
          <a:xfrm>
            <a:off x="4629801" y="4490415"/>
            <a:ext cx="3113662" cy="879781"/>
          </a:xfrm>
        </p:spPr>
        <p:txBody>
          <a:bodyPr>
            <a:normAutofit/>
          </a:bodyPr>
          <a:lstStyle>
            <a:lvl1pPr marL="0" indent="0" algn="l">
              <a:buNone/>
              <a:defRPr sz="14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11" name="Picture Placeholder 10">
            <a:extLst>
              <a:ext uri="{FF2B5EF4-FFF2-40B4-BE49-F238E27FC236}">
                <a16:creationId xmlns:a16="http://schemas.microsoft.com/office/drawing/2014/main" id="{84C2342C-5EF0-BCF8-A5C5-A8BEFD260F6E}"/>
              </a:ext>
            </a:extLst>
          </p:cNvPr>
          <p:cNvSpPr>
            <a:spLocks noGrp="1"/>
          </p:cNvSpPr>
          <p:nvPr>
            <p:ph type="pic" sz="quarter" idx="15"/>
          </p:nvPr>
        </p:nvSpPr>
        <p:spPr>
          <a:xfrm>
            <a:off x="450851" y="2121728"/>
            <a:ext cx="1825140" cy="1823553"/>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13" name="Picture Placeholder 12">
            <a:extLst>
              <a:ext uri="{FF2B5EF4-FFF2-40B4-BE49-F238E27FC236}">
                <a16:creationId xmlns:a16="http://schemas.microsoft.com/office/drawing/2014/main" id="{C34BC1FD-1DBB-2E4C-7C76-D176F5FFD765}"/>
              </a:ext>
            </a:extLst>
          </p:cNvPr>
          <p:cNvSpPr>
            <a:spLocks noGrp="1"/>
          </p:cNvSpPr>
          <p:nvPr>
            <p:ph type="pic" sz="quarter" idx="16"/>
          </p:nvPr>
        </p:nvSpPr>
        <p:spPr>
          <a:xfrm>
            <a:off x="4629150" y="2120900"/>
            <a:ext cx="1825625" cy="1824038"/>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5" name="Title 8">
            <a:extLst>
              <a:ext uri="{FF2B5EF4-FFF2-40B4-BE49-F238E27FC236}">
                <a16:creationId xmlns:a16="http://schemas.microsoft.com/office/drawing/2014/main" id="{439C2FF4-2106-9CB6-0DA1-ADC5666AB431}"/>
              </a:ext>
            </a:extLst>
          </p:cNvPr>
          <p:cNvSpPr>
            <a:spLocks noGrp="1"/>
          </p:cNvSpPr>
          <p:nvPr>
            <p:ph type="title" hasCustomPrompt="1"/>
          </p:nvPr>
        </p:nvSpPr>
        <p:spPr>
          <a:xfrm>
            <a:off x="463064" y="537961"/>
            <a:ext cx="7624296" cy="1062287"/>
          </a:xfrm>
        </p:spPr>
        <p:txBody>
          <a:bodyPr anchor="t"/>
          <a:lstStyle>
            <a:lvl1pPr>
              <a:defRPr/>
            </a:lvl1pPr>
          </a:lstStyle>
          <a:p>
            <a:r>
              <a:rPr lang="en-US"/>
              <a:t>Speaker slide title to go here</a:t>
            </a:r>
          </a:p>
        </p:txBody>
      </p:sp>
      <p:pic>
        <p:nvPicPr>
          <p:cNvPr id="6" name="Picture 5" descr="A purple text on a black background&#10;&#10;AI-generated content may be incorrect.">
            <a:extLst>
              <a:ext uri="{FF2B5EF4-FFF2-40B4-BE49-F238E27FC236}">
                <a16:creationId xmlns:a16="http://schemas.microsoft.com/office/drawing/2014/main" id="{5A55C57B-599E-EF81-7212-69BDA626A5C9}"/>
              </a:ext>
            </a:extLst>
          </p:cNvPr>
          <p:cNvPicPr>
            <a:picLocks noChangeAspect="1"/>
          </p:cNvPicPr>
          <p:nvPr userDrawn="1"/>
        </p:nvPicPr>
        <p:blipFill>
          <a:blip r:embed="rId3"/>
          <a:stretch>
            <a:fillRect/>
          </a:stretch>
        </p:blipFill>
        <p:spPr>
          <a:xfrm>
            <a:off x="8652024" y="343992"/>
            <a:ext cx="3471060" cy="1256256"/>
          </a:xfrm>
          <a:prstGeom prst="rect">
            <a:avLst/>
          </a:prstGeom>
        </p:spPr>
      </p:pic>
    </p:spTree>
    <p:extLst>
      <p:ext uri="{BB962C8B-B14F-4D97-AF65-F5344CB8AC3E}">
        <p14:creationId xmlns:p14="http://schemas.microsoft.com/office/powerpoint/2010/main" val="11688361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 slide x3">
    <p:spTree>
      <p:nvGrpSpPr>
        <p:cNvPr id="1" name=""/>
        <p:cNvGrpSpPr/>
        <p:nvPr/>
      </p:nvGrpSpPr>
      <p:grpSpPr>
        <a:xfrm>
          <a:off x="0" y="0"/>
          <a:ext cx="0" cy="0"/>
          <a:chOff x="0" y="0"/>
          <a:chExt cx="0" cy="0"/>
        </a:xfrm>
      </p:grpSpPr>
      <p:pic>
        <p:nvPicPr>
          <p:cNvPr id="5" name="Picture 4" descr="A close-up of a diamond&#10;&#10;Description automatically generated">
            <a:extLst>
              <a:ext uri="{FF2B5EF4-FFF2-40B4-BE49-F238E27FC236}">
                <a16:creationId xmlns:a16="http://schemas.microsoft.com/office/drawing/2014/main" id="{3D161BB7-6003-35C7-85E6-7103BA3F8DBB}"/>
              </a:ext>
            </a:extLst>
          </p:cNvPr>
          <p:cNvPicPr>
            <a:picLocks noChangeAspect="1"/>
          </p:cNvPicPr>
          <p:nvPr userDrawn="1"/>
        </p:nvPicPr>
        <p:blipFill>
          <a:blip r:embed="rId2"/>
          <a:stretch>
            <a:fillRect/>
          </a:stretch>
        </p:blipFill>
        <p:spPr>
          <a:xfrm>
            <a:off x="-1" y="818"/>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463063" y="3683019"/>
            <a:ext cx="2766273" cy="447859"/>
          </a:xfrm>
        </p:spPr>
        <p:txBody>
          <a:bodyPr anchor="b">
            <a:normAutofit/>
          </a:bodyPr>
          <a:lstStyle>
            <a:lvl1pPr marL="0" indent="0" algn="l">
              <a:buNone/>
              <a:defRPr sz="18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17" name="Text Placeholder 3">
            <a:extLst>
              <a:ext uri="{FF2B5EF4-FFF2-40B4-BE49-F238E27FC236}">
                <a16:creationId xmlns:a16="http://schemas.microsoft.com/office/drawing/2014/main" id="{6871E96C-F269-1BB7-0766-D7158F812E77}"/>
              </a:ext>
            </a:extLst>
          </p:cNvPr>
          <p:cNvSpPr>
            <a:spLocks noGrp="1"/>
          </p:cNvSpPr>
          <p:nvPr>
            <p:ph type="body" sz="half" idx="12" hasCustomPrompt="1"/>
          </p:nvPr>
        </p:nvSpPr>
        <p:spPr>
          <a:xfrm>
            <a:off x="463063" y="4175387"/>
            <a:ext cx="2766273" cy="879781"/>
          </a:xfrm>
        </p:spPr>
        <p:txBody>
          <a:bodyPr>
            <a:normAutofit/>
          </a:bodyPr>
          <a:lstStyle>
            <a:lvl1pPr marL="0" indent="0" algn="l">
              <a:buNone/>
              <a:defRPr sz="13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2" name="Title 8">
            <a:extLst>
              <a:ext uri="{FF2B5EF4-FFF2-40B4-BE49-F238E27FC236}">
                <a16:creationId xmlns:a16="http://schemas.microsoft.com/office/drawing/2014/main" id="{10E3879A-0FF8-1BC7-A997-4192C2690C33}"/>
              </a:ext>
            </a:extLst>
          </p:cNvPr>
          <p:cNvSpPr>
            <a:spLocks noGrp="1"/>
          </p:cNvSpPr>
          <p:nvPr>
            <p:ph type="title" hasCustomPrompt="1"/>
          </p:nvPr>
        </p:nvSpPr>
        <p:spPr>
          <a:xfrm>
            <a:off x="463064" y="537961"/>
            <a:ext cx="7624296" cy="1062287"/>
          </a:xfrm>
        </p:spPr>
        <p:txBody>
          <a:bodyPr anchor="t"/>
          <a:lstStyle>
            <a:lvl1pPr>
              <a:defRPr/>
            </a:lvl1pPr>
          </a:lstStyle>
          <a:p>
            <a:r>
              <a:rPr lang="en-US"/>
              <a:t>Speaker slide title to go here</a:t>
            </a:r>
          </a:p>
        </p:txBody>
      </p:sp>
      <p:sp>
        <p:nvSpPr>
          <p:cNvPr id="7" name="Text Placeholder 3">
            <a:extLst>
              <a:ext uri="{FF2B5EF4-FFF2-40B4-BE49-F238E27FC236}">
                <a16:creationId xmlns:a16="http://schemas.microsoft.com/office/drawing/2014/main" id="{7895389D-35E9-B41D-500C-B49E18FB65AE}"/>
              </a:ext>
            </a:extLst>
          </p:cNvPr>
          <p:cNvSpPr>
            <a:spLocks noGrp="1"/>
          </p:cNvSpPr>
          <p:nvPr>
            <p:ph type="body" sz="half" idx="13" hasCustomPrompt="1"/>
          </p:nvPr>
        </p:nvSpPr>
        <p:spPr>
          <a:xfrm>
            <a:off x="3831296" y="3683019"/>
            <a:ext cx="2766273" cy="447859"/>
          </a:xfrm>
        </p:spPr>
        <p:txBody>
          <a:bodyPr anchor="b">
            <a:normAutofit/>
          </a:bodyPr>
          <a:lstStyle>
            <a:lvl1pPr marL="0" indent="0" algn="l">
              <a:buNone/>
              <a:defRPr sz="18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8" name="Text Placeholder 3">
            <a:extLst>
              <a:ext uri="{FF2B5EF4-FFF2-40B4-BE49-F238E27FC236}">
                <a16:creationId xmlns:a16="http://schemas.microsoft.com/office/drawing/2014/main" id="{C2BDF08B-0EBF-FC7B-BE8E-F87A05C42DB5}"/>
              </a:ext>
            </a:extLst>
          </p:cNvPr>
          <p:cNvSpPr>
            <a:spLocks noGrp="1"/>
          </p:cNvSpPr>
          <p:nvPr>
            <p:ph type="body" sz="half" idx="14" hasCustomPrompt="1"/>
          </p:nvPr>
        </p:nvSpPr>
        <p:spPr>
          <a:xfrm>
            <a:off x="3831296" y="4175387"/>
            <a:ext cx="2766273" cy="879781"/>
          </a:xfrm>
        </p:spPr>
        <p:txBody>
          <a:bodyPr>
            <a:normAutofit/>
          </a:bodyPr>
          <a:lstStyle>
            <a:lvl1pPr marL="0" indent="0" algn="l">
              <a:buNone/>
              <a:defRPr sz="13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9" name="Text Placeholder 3">
            <a:extLst>
              <a:ext uri="{FF2B5EF4-FFF2-40B4-BE49-F238E27FC236}">
                <a16:creationId xmlns:a16="http://schemas.microsoft.com/office/drawing/2014/main" id="{84F4E178-81C9-04C0-C43A-71E9ACC61B49}"/>
              </a:ext>
            </a:extLst>
          </p:cNvPr>
          <p:cNvSpPr>
            <a:spLocks noGrp="1"/>
          </p:cNvSpPr>
          <p:nvPr>
            <p:ph type="body" sz="half" idx="15" hasCustomPrompt="1"/>
          </p:nvPr>
        </p:nvSpPr>
        <p:spPr>
          <a:xfrm>
            <a:off x="7199529" y="3683019"/>
            <a:ext cx="2766273" cy="447859"/>
          </a:xfrm>
        </p:spPr>
        <p:txBody>
          <a:bodyPr anchor="b">
            <a:normAutofit/>
          </a:bodyPr>
          <a:lstStyle>
            <a:lvl1pPr marL="0" indent="0" algn="l">
              <a:buNone/>
              <a:defRPr sz="1800" b="1">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Name here</a:t>
            </a:r>
          </a:p>
        </p:txBody>
      </p:sp>
      <p:sp>
        <p:nvSpPr>
          <p:cNvPr id="10" name="Text Placeholder 3">
            <a:extLst>
              <a:ext uri="{FF2B5EF4-FFF2-40B4-BE49-F238E27FC236}">
                <a16:creationId xmlns:a16="http://schemas.microsoft.com/office/drawing/2014/main" id="{CA68D8C4-02AA-A103-D844-8113E642C934}"/>
              </a:ext>
            </a:extLst>
          </p:cNvPr>
          <p:cNvSpPr>
            <a:spLocks noGrp="1"/>
          </p:cNvSpPr>
          <p:nvPr>
            <p:ph type="body" sz="half" idx="16" hasCustomPrompt="1"/>
          </p:nvPr>
        </p:nvSpPr>
        <p:spPr>
          <a:xfrm>
            <a:off x="7199529" y="4175387"/>
            <a:ext cx="2766273" cy="879781"/>
          </a:xfrm>
        </p:spPr>
        <p:txBody>
          <a:bodyPr>
            <a:normAutofit/>
          </a:bodyPr>
          <a:lstStyle>
            <a:lvl1pPr marL="0" indent="0" algn="l">
              <a:buNone/>
              <a:defRPr sz="1300">
                <a:solidFill>
                  <a:srgbClr val="31008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credentials</a:t>
            </a:r>
          </a:p>
        </p:txBody>
      </p:sp>
      <p:sp>
        <p:nvSpPr>
          <p:cNvPr id="6" name="Picture Placeholder 5">
            <a:extLst>
              <a:ext uri="{FF2B5EF4-FFF2-40B4-BE49-F238E27FC236}">
                <a16:creationId xmlns:a16="http://schemas.microsoft.com/office/drawing/2014/main" id="{B9D0647C-67F6-47AE-1105-E560BB8BED87}"/>
              </a:ext>
            </a:extLst>
          </p:cNvPr>
          <p:cNvSpPr>
            <a:spLocks noGrp="1"/>
          </p:cNvSpPr>
          <p:nvPr>
            <p:ph type="pic" sz="quarter" idx="17"/>
          </p:nvPr>
        </p:nvSpPr>
        <p:spPr>
          <a:xfrm>
            <a:off x="463063" y="2146271"/>
            <a:ext cx="1488714" cy="1488714"/>
          </a:xfrm>
          <a:prstGeom prst="ellipse">
            <a:avLst/>
          </a:prstGeom>
          <a:solidFill>
            <a:schemeClr val="bg2"/>
          </a:solidFill>
          <a:ln>
            <a:noFill/>
          </a:ln>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18" name="Picture Placeholder 17">
            <a:extLst>
              <a:ext uri="{FF2B5EF4-FFF2-40B4-BE49-F238E27FC236}">
                <a16:creationId xmlns:a16="http://schemas.microsoft.com/office/drawing/2014/main" id="{7CDAE208-8616-B1BD-FF46-29E9F3CBAF74}"/>
              </a:ext>
            </a:extLst>
          </p:cNvPr>
          <p:cNvSpPr>
            <a:spLocks noGrp="1"/>
          </p:cNvSpPr>
          <p:nvPr>
            <p:ph type="pic" sz="quarter" idx="18"/>
          </p:nvPr>
        </p:nvSpPr>
        <p:spPr>
          <a:xfrm>
            <a:off x="3830638" y="2146300"/>
            <a:ext cx="1489075" cy="1489075"/>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20" name="Picture Placeholder 19">
            <a:extLst>
              <a:ext uri="{FF2B5EF4-FFF2-40B4-BE49-F238E27FC236}">
                <a16:creationId xmlns:a16="http://schemas.microsoft.com/office/drawing/2014/main" id="{83263C18-37FD-A527-2221-7D5AD315B9A2}"/>
              </a:ext>
            </a:extLst>
          </p:cNvPr>
          <p:cNvSpPr>
            <a:spLocks noGrp="1"/>
          </p:cNvSpPr>
          <p:nvPr>
            <p:ph type="pic" sz="quarter" idx="19"/>
          </p:nvPr>
        </p:nvSpPr>
        <p:spPr>
          <a:xfrm>
            <a:off x="7199313" y="2146300"/>
            <a:ext cx="1489075" cy="1489075"/>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pic>
        <p:nvPicPr>
          <p:cNvPr id="11" name="Picture 10" descr="A purple text on a black background&#10;&#10;AI-generated content may be incorrect.">
            <a:extLst>
              <a:ext uri="{FF2B5EF4-FFF2-40B4-BE49-F238E27FC236}">
                <a16:creationId xmlns:a16="http://schemas.microsoft.com/office/drawing/2014/main" id="{93C2DC29-DBD7-ED22-DACA-6324E763E0B0}"/>
              </a:ext>
            </a:extLst>
          </p:cNvPr>
          <p:cNvPicPr>
            <a:picLocks noChangeAspect="1"/>
          </p:cNvPicPr>
          <p:nvPr userDrawn="1"/>
        </p:nvPicPr>
        <p:blipFill>
          <a:blip r:embed="rId3"/>
          <a:stretch>
            <a:fillRect/>
          </a:stretch>
        </p:blipFill>
        <p:spPr>
          <a:xfrm>
            <a:off x="8688388" y="343992"/>
            <a:ext cx="3471060" cy="1256256"/>
          </a:xfrm>
          <a:prstGeom prst="rect">
            <a:avLst/>
          </a:prstGeom>
        </p:spPr>
      </p:pic>
    </p:spTree>
    <p:extLst>
      <p:ext uri="{BB962C8B-B14F-4D97-AF65-F5344CB8AC3E}">
        <p14:creationId xmlns:p14="http://schemas.microsoft.com/office/powerpoint/2010/main" val="7776390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Slide 0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6C05-D83F-E12B-DEC6-E05CA9C1E1A7}"/>
              </a:ext>
            </a:extLst>
          </p:cNvPr>
          <p:cNvSpPr>
            <a:spLocks noGrp="1"/>
          </p:cNvSpPr>
          <p:nvPr>
            <p:ph type="title"/>
          </p:nvPr>
        </p:nvSpPr>
        <p:spPr>
          <a:xfrm>
            <a:off x="597723" y="365125"/>
            <a:ext cx="10515600" cy="945201"/>
          </a:xfrm>
        </p:spPr>
        <p:txBody>
          <a:bodyPr>
            <a:noAutofit/>
          </a:bodyPr>
          <a:lstStyle/>
          <a:p>
            <a:r>
              <a:rPr lang="en-US"/>
              <a:t>Click to edit Master title style</a:t>
            </a:r>
          </a:p>
        </p:txBody>
      </p:sp>
      <p:sp>
        <p:nvSpPr>
          <p:cNvPr id="3" name="Content Placeholder 2">
            <a:extLst>
              <a:ext uri="{FF2B5EF4-FFF2-40B4-BE49-F238E27FC236}">
                <a16:creationId xmlns:a16="http://schemas.microsoft.com/office/drawing/2014/main" id="{222A9788-A126-D921-1DE9-AB84ECDF52DB}"/>
              </a:ext>
            </a:extLst>
          </p:cNvPr>
          <p:cNvSpPr>
            <a:spLocks noGrp="1"/>
          </p:cNvSpPr>
          <p:nvPr>
            <p:ph idx="1"/>
          </p:nvPr>
        </p:nvSpPr>
        <p:spPr>
          <a:xfrm>
            <a:off x="597723" y="1937082"/>
            <a:ext cx="10515600" cy="3729792"/>
          </a:xfrm>
        </p:spPr>
        <p:txBody>
          <a:bodyPr>
            <a:noAutofit/>
          </a:bodyPr>
          <a:lstStyle>
            <a:lvl1pPr>
              <a:defRPr sz="1800"/>
            </a:lvl1pPr>
            <a:lvl2pPr>
              <a:defRPr sz="1600"/>
            </a:lvl2pPr>
          </a:lstStyle>
          <a:p>
            <a:pPr lvl="0"/>
            <a:r>
              <a:rPr lang="en-US"/>
              <a:t>Click to edit Master text styles</a:t>
            </a:r>
          </a:p>
          <a:p>
            <a:pPr lvl="1"/>
            <a:r>
              <a:rPr lang="en-US"/>
              <a:t>Second level</a:t>
            </a:r>
          </a:p>
        </p:txBody>
      </p:sp>
      <p:sp>
        <p:nvSpPr>
          <p:cNvPr id="8" name="Footer Placeholder 4">
            <a:extLst>
              <a:ext uri="{FF2B5EF4-FFF2-40B4-BE49-F238E27FC236}">
                <a16:creationId xmlns:a16="http://schemas.microsoft.com/office/drawing/2014/main" id="{4803C873-5A3A-70E6-16AE-18D117FB911F}"/>
              </a:ext>
            </a:extLst>
          </p:cNvPr>
          <p:cNvSpPr>
            <a:spLocks noGrp="1"/>
          </p:cNvSpPr>
          <p:nvPr>
            <p:ph type="ftr" sz="quarter" idx="11"/>
          </p:nvPr>
        </p:nvSpPr>
        <p:spPr>
          <a:xfrm>
            <a:off x="597723" y="5775155"/>
            <a:ext cx="10515600" cy="851321"/>
          </a:xfrm>
        </p:spPr>
        <p:txBody>
          <a:bodyPr anchor="b"/>
          <a:lstStyle>
            <a:lvl1pPr>
              <a:defRPr>
                <a:solidFill>
                  <a:srgbClr val="00AFA6"/>
                </a:solidFill>
              </a:defRPr>
            </a:lvl1pPr>
          </a:lstStyle>
          <a:p>
            <a:pPr>
              <a:spcAft>
                <a:spcPts val="600"/>
              </a:spcAft>
            </a:pPr>
            <a:r>
              <a:rPr lang="en-US"/>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a:t>
            </a:r>
          </a:p>
        </p:txBody>
      </p:sp>
      <p:sp>
        <p:nvSpPr>
          <p:cNvPr id="10" name="Text Placeholder 2">
            <a:extLst>
              <a:ext uri="{FF2B5EF4-FFF2-40B4-BE49-F238E27FC236}">
                <a16:creationId xmlns:a16="http://schemas.microsoft.com/office/drawing/2014/main" id="{53B02A4F-405E-C896-5272-B32B1E6E51D4}"/>
              </a:ext>
            </a:extLst>
          </p:cNvPr>
          <p:cNvSpPr>
            <a:spLocks noGrp="1"/>
          </p:cNvSpPr>
          <p:nvPr>
            <p:ph type="body" idx="12"/>
          </p:nvPr>
        </p:nvSpPr>
        <p:spPr>
          <a:xfrm>
            <a:off x="597723" y="1406582"/>
            <a:ext cx="10515600" cy="434250"/>
          </a:xfrm>
        </p:spPr>
        <p:txBody>
          <a:bodyPr anchor="t">
            <a:noAutofit/>
          </a:bodyPr>
          <a:lstStyle>
            <a:lvl1pPr marL="0" indent="0">
              <a:buNone/>
              <a:defRPr sz="2000" b="1" i="0">
                <a:latin typeface="Arial Black" panose="020B0604020202020204" pitchFamily="34" charset="0"/>
                <a:cs typeface="Arial Black"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568274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Title Chapter" userDrawn="1">
  <p:cSld name="2_Title Chapter">
    <p:spTree>
      <p:nvGrpSpPr>
        <p:cNvPr id="1" name="Shape 21"/>
        <p:cNvGrpSpPr/>
        <p:nvPr/>
      </p:nvGrpSpPr>
      <p:grpSpPr>
        <a:xfrm>
          <a:off x="0" y="0"/>
          <a:ext cx="0" cy="0"/>
          <a:chOff x="0" y="0"/>
          <a:chExt cx="0" cy="0"/>
        </a:xfrm>
      </p:grpSpPr>
      <p:sp>
        <p:nvSpPr>
          <p:cNvPr id="11" name="TextBox 10">
            <a:extLst>
              <a:ext uri="{FF2B5EF4-FFF2-40B4-BE49-F238E27FC236}">
                <a16:creationId xmlns:a16="http://schemas.microsoft.com/office/drawing/2014/main" id="{DA265234-4107-4D6D-B6CF-71BF3D224F74}"/>
              </a:ext>
            </a:extLst>
          </p:cNvPr>
          <p:cNvSpPr txBox="1"/>
          <p:nvPr userDrawn="1"/>
        </p:nvSpPr>
        <p:spPr>
          <a:xfrm>
            <a:off x="5844953" y="6402717"/>
            <a:ext cx="6005160" cy="184666"/>
          </a:xfrm>
          <a:prstGeom prst="rect">
            <a:avLst/>
          </a:prstGeom>
          <a:noFill/>
        </p:spPr>
        <p:txBody>
          <a:bodyPr wrap="square" lIns="0" tIns="0" rIns="120000" bIns="0" rtlCol="0">
            <a:spAutoFit/>
          </a:bodyPr>
          <a:lstStyle/>
          <a:p>
            <a:pPr marL="0" marR="0" lvl="0" indent="0" algn="r" defTabSz="1219170" rtl="0" eaLnBrk="1" fontAlgn="auto" latinLnBrk="0" hangingPunct="1">
              <a:lnSpc>
                <a:spcPct val="100000"/>
              </a:lnSpc>
              <a:spcBef>
                <a:spcPts val="0"/>
              </a:spcBef>
              <a:spcAft>
                <a:spcPts val="0"/>
              </a:spcAft>
              <a:buClr>
                <a:srgbClr val="000000"/>
              </a:buClr>
              <a:buSzTx/>
              <a:buFont typeface="Arial"/>
              <a:buNone/>
              <a:tabLst/>
              <a:defRPr/>
            </a:pPr>
            <a:r>
              <a:rPr lang="en-US" sz="1200" b="0" i="0">
                <a:solidFill>
                  <a:srgbClr val="AB0C23"/>
                </a:solidFill>
                <a:effectLst/>
                <a:latin typeface="Arial Narrow" panose="020B0606020202030204" pitchFamily="34" charset="0"/>
              </a:rPr>
              <a:t>Content of this presentation is copyright</a:t>
            </a:r>
            <a:r>
              <a:rPr lang="en-CH" sz="1200" b="0" i="0">
                <a:solidFill>
                  <a:srgbClr val="AB0C23"/>
                </a:solidFill>
                <a:effectLst/>
                <a:latin typeface="Arial Narrow" panose="020B0606020202030204" pitchFamily="34" charset="0"/>
              </a:rPr>
              <a:t> </a:t>
            </a:r>
            <a:r>
              <a:rPr lang="en-US" sz="1200" b="0" i="0">
                <a:solidFill>
                  <a:srgbClr val="AB0C23"/>
                </a:solidFill>
                <a:effectLst/>
                <a:latin typeface="Arial Narrow" panose="020B0606020202030204" pitchFamily="34" charset="0"/>
              </a:rPr>
              <a:t>and responsibility of the author. Permission is required for re-use</a:t>
            </a:r>
            <a:r>
              <a:rPr lang="en-CH" sz="1200" b="0" i="0">
                <a:solidFill>
                  <a:srgbClr val="AB0C23"/>
                </a:solidFill>
                <a:effectLst/>
                <a:latin typeface="Arial Narrow" panose="020B0606020202030204" pitchFamily="34" charset="0"/>
              </a:rPr>
              <a:t>.</a:t>
            </a:r>
            <a:endParaRPr lang="en-US" sz="1200" b="0" i="0">
              <a:solidFill>
                <a:srgbClr val="AB0C23"/>
              </a:solidFill>
              <a:effectLst/>
              <a:latin typeface="Arial Narrow" panose="020B0606020202030204" pitchFamily="34" charset="0"/>
            </a:endParaRPr>
          </a:p>
        </p:txBody>
      </p:sp>
      <p:sp>
        <p:nvSpPr>
          <p:cNvPr id="12" name="Google Shape;17;p14">
            <a:extLst>
              <a:ext uri="{FF2B5EF4-FFF2-40B4-BE49-F238E27FC236}">
                <a16:creationId xmlns:a16="http://schemas.microsoft.com/office/drawing/2014/main" id="{E28D0820-6913-437C-A4E4-ED5E441DEA39}"/>
              </a:ext>
            </a:extLst>
          </p:cNvPr>
          <p:cNvSpPr txBox="1">
            <a:spLocks noGrp="1"/>
          </p:cNvSpPr>
          <p:nvPr>
            <p:ph type="body" idx="12" hasCustomPrompt="1"/>
          </p:nvPr>
        </p:nvSpPr>
        <p:spPr>
          <a:xfrm>
            <a:off x="2553810" y="6324156"/>
            <a:ext cx="3201037" cy="240833"/>
          </a:xfrm>
          <a:prstGeom prst="rect">
            <a:avLst/>
          </a:prstGeom>
          <a:noFill/>
          <a:ln>
            <a:noFill/>
          </a:ln>
        </p:spPr>
        <p:txBody>
          <a:bodyPr spcFirstLastPara="1" vert="horz" wrap="square" lIns="0" tIns="0" rIns="0" bIns="0" anchor="ctr" anchorCtr="0">
            <a:spAutoFit/>
          </a:bodyPr>
          <a:lstStyle>
            <a:lvl1pPr marL="609585" marR="0" lvl="0" indent="-304792" algn="l" rtl="0">
              <a:lnSpc>
                <a:spcPct val="100000"/>
              </a:lnSpc>
              <a:spcBef>
                <a:spcPts val="427"/>
              </a:spcBef>
              <a:spcAft>
                <a:spcPts val="0"/>
              </a:spcAft>
              <a:buClr>
                <a:srgbClr val="05416B"/>
              </a:buClr>
              <a:buSzPts val="1600"/>
              <a:buFont typeface="Noto Sans Symbols"/>
              <a:buNone/>
              <a:defRPr sz="1200" b="1" i="0" u="none" strike="noStrike" cap="none">
                <a:solidFill>
                  <a:srgbClr val="AB0C23"/>
                </a:solidFill>
                <a:latin typeface="Arial Narrow"/>
                <a:ea typeface="Arial Narrow"/>
                <a:cs typeface="Arial Narrow"/>
                <a:sym typeface="Arial Narrow"/>
              </a:defRPr>
            </a:lvl1pPr>
            <a:lvl2pPr marL="1219170" marR="0" lvl="1" indent="-440256" algn="l" rtl="0">
              <a:lnSpc>
                <a:spcPct val="100000"/>
              </a:lnSpc>
              <a:spcBef>
                <a:spcPts val="427"/>
              </a:spcBef>
              <a:spcAft>
                <a:spcPts val="0"/>
              </a:spcAft>
              <a:buClr>
                <a:srgbClr val="05416B"/>
              </a:buClr>
              <a:buSzPts val="1600"/>
              <a:buFont typeface="Noto Sans Symbols"/>
              <a:buChar char="◆"/>
              <a:defRPr sz="2133" b="0" i="0" u="none" strike="noStrike" cap="none">
                <a:solidFill>
                  <a:srgbClr val="05416B"/>
                </a:solidFill>
                <a:latin typeface="Arial Narrow"/>
                <a:ea typeface="Arial Narrow"/>
                <a:cs typeface="Arial Narrow"/>
                <a:sym typeface="Arial Narrow"/>
              </a:defRPr>
            </a:lvl2pPr>
            <a:lvl3pPr marL="1828754" marR="0" lvl="2" indent="-440256" algn="l" rtl="0">
              <a:lnSpc>
                <a:spcPct val="100000"/>
              </a:lnSpc>
              <a:spcBef>
                <a:spcPts val="427"/>
              </a:spcBef>
              <a:spcAft>
                <a:spcPts val="0"/>
              </a:spcAft>
              <a:buClr>
                <a:srgbClr val="05416B"/>
              </a:buClr>
              <a:buSzPts val="1600"/>
              <a:buFont typeface="Noto Sans Symbols"/>
              <a:buChar char="◆"/>
              <a:defRPr sz="2133" b="0" i="0" u="none" strike="noStrike" cap="none">
                <a:solidFill>
                  <a:srgbClr val="05416B"/>
                </a:solidFill>
                <a:latin typeface="Arial Narrow"/>
                <a:ea typeface="Arial Narrow"/>
                <a:cs typeface="Arial Narrow"/>
                <a:sym typeface="Arial Narrow"/>
              </a:defRPr>
            </a:lvl3pPr>
            <a:lvl4pPr marL="2438339" marR="0" lvl="3"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4pPr>
            <a:lvl5pPr marL="3047924" marR="0" lvl="4"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5pPr>
            <a:lvl6pPr marL="3657509" marR="0" lvl="5"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6pPr>
            <a:lvl7pPr marL="4267093" marR="0" lvl="6"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7pPr>
            <a:lvl8pPr marL="4876678" marR="0" lvl="7"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8pPr>
            <a:lvl9pPr marL="5486263" marR="0" lvl="8"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9pPr>
          </a:lstStyle>
          <a:p>
            <a:r>
              <a:rPr lang="fr-CH" err="1"/>
              <a:t>Add</a:t>
            </a:r>
            <a:r>
              <a:rPr lang="fr-CH"/>
              <a:t> </a:t>
            </a:r>
            <a:r>
              <a:rPr lang="fr-CH" err="1"/>
              <a:t>name</a:t>
            </a:r>
            <a:r>
              <a:rPr lang="fr-CH"/>
              <a:t> of </a:t>
            </a:r>
            <a:r>
              <a:rPr lang="fr-CH" err="1"/>
              <a:t>presenter</a:t>
            </a:r>
            <a:r>
              <a:rPr lang="fr-CH"/>
              <a:t> </a:t>
            </a:r>
            <a:r>
              <a:rPr lang="fr-CH" err="1"/>
              <a:t>here</a:t>
            </a:r>
            <a:endParaRPr/>
          </a:p>
        </p:txBody>
      </p:sp>
      <p:sp>
        <p:nvSpPr>
          <p:cNvPr id="3" name="Google Shape;19;p14">
            <a:extLst>
              <a:ext uri="{FF2B5EF4-FFF2-40B4-BE49-F238E27FC236}">
                <a16:creationId xmlns:a16="http://schemas.microsoft.com/office/drawing/2014/main" id="{4F1CA240-2642-1763-40C4-B45A7E30B5B1}"/>
              </a:ext>
            </a:extLst>
          </p:cNvPr>
          <p:cNvSpPr txBox="1">
            <a:spLocks noGrp="1"/>
          </p:cNvSpPr>
          <p:nvPr>
            <p:ph type="subTitle" idx="2"/>
          </p:nvPr>
        </p:nvSpPr>
        <p:spPr>
          <a:xfrm>
            <a:off x="479999" y="944311"/>
            <a:ext cx="11213200" cy="6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533"/>
              </a:spcBef>
              <a:spcAft>
                <a:spcPts val="0"/>
              </a:spcAft>
              <a:buClr>
                <a:srgbClr val="05416B"/>
              </a:buClr>
              <a:buSzPts val="700"/>
              <a:buFont typeface="Noto Sans Symbols"/>
              <a:buNone/>
              <a:defRPr sz="2667" b="0" i="0" u="none" strike="noStrike" cap="none">
                <a:solidFill>
                  <a:srgbClr val="5F5D8E"/>
                </a:solidFill>
                <a:latin typeface="Arial Narrow"/>
                <a:ea typeface="Arial Narrow"/>
                <a:cs typeface="Arial Narrow"/>
                <a:sym typeface="Arial Narrow"/>
              </a:defRPr>
            </a:lvl1pPr>
            <a:lvl2pPr marR="0" lvl="1" algn="l" rtl="0">
              <a:lnSpc>
                <a:spcPct val="100000"/>
              </a:lnSpc>
              <a:spcBef>
                <a:spcPts val="427"/>
              </a:spcBef>
              <a:spcAft>
                <a:spcPts val="0"/>
              </a:spcAft>
              <a:buClr>
                <a:schemeClr val="dk1"/>
              </a:buClr>
              <a:buSzPts val="560"/>
              <a:buFont typeface="Noto Sans Symbols"/>
              <a:buNone/>
              <a:defRPr sz="2133" b="0" i="0" u="none" strike="noStrike" cap="none">
                <a:solidFill>
                  <a:srgbClr val="888888"/>
                </a:solidFill>
                <a:latin typeface="Arial Narrow"/>
                <a:ea typeface="Arial Narrow"/>
                <a:cs typeface="Arial Narrow"/>
                <a:sym typeface="Arial Narrow"/>
              </a:defRPr>
            </a:lvl2pPr>
            <a:lvl3pPr marR="0" lvl="2" algn="l" rtl="0">
              <a:lnSpc>
                <a:spcPct val="100000"/>
              </a:lnSpc>
              <a:spcBef>
                <a:spcPts val="427"/>
              </a:spcBef>
              <a:spcAft>
                <a:spcPts val="0"/>
              </a:spcAft>
              <a:buClr>
                <a:schemeClr val="dk1"/>
              </a:buClr>
              <a:buSzPts val="560"/>
              <a:buFont typeface="Noto Sans Symbols"/>
              <a:buNone/>
              <a:defRPr sz="2133" b="0" i="0" u="none" strike="noStrike" cap="none">
                <a:solidFill>
                  <a:srgbClr val="888888"/>
                </a:solidFill>
                <a:latin typeface="Arial Narrow"/>
                <a:ea typeface="Arial Narrow"/>
                <a:cs typeface="Arial Narrow"/>
                <a:sym typeface="Arial Narrow"/>
              </a:defRPr>
            </a:lvl3pPr>
            <a:lvl4pPr marR="0" lvl="3"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4pPr>
            <a:lvl5pPr marR="0" lvl="4"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5pPr>
            <a:lvl6pPr marR="0" lvl="5"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6pPr>
            <a:lvl7pPr marR="0" lvl="6"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7pPr>
            <a:lvl8pPr marR="0" lvl="7"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8pPr>
            <a:lvl9pPr marR="0" lvl="8" algn="l" rtl="0">
              <a:lnSpc>
                <a:spcPct val="100000"/>
              </a:lnSpc>
              <a:spcBef>
                <a:spcPts val="533"/>
              </a:spcBef>
              <a:spcAft>
                <a:spcPts val="0"/>
              </a:spcAft>
              <a:buClr>
                <a:srgbClr val="888888"/>
              </a:buClr>
              <a:buSzPts val="2000"/>
              <a:buFont typeface="Arial"/>
              <a:buNone/>
              <a:defRPr sz="2667" b="0" i="0" u="none" strike="noStrike" cap="none">
                <a:solidFill>
                  <a:srgbClr val="888888"/>
                </a:solidFill>
                <a:latin typeface="Arial Narrow"/>
                <a:ea typeface="Arial Narrow"/>
                <a:cs typeface="Arial Narrow"/>
                <a:sym typeface="Arial Narrow"/>
              </a:defRPr>
            </a:lvl9pPr>
          </a:lstStyle>
          <a:p>
            <a:endParaRPr/>
          </a:p>
        </p:txBody>
      </p:sp>
      <p:sp>
        <p:nvSpPr>
          <p:cNvPr id="4" name="Google Shape;18;p14">
            <a:extLst>
              <a:ext uri="{FF2B5EF4-FFF2-40B4-BE49-F238E27FC236}">
                <a16:creationId xmlns:a16="http://schemas.microsoft.com/office/drawing/2014/main" id="{788965C1-01AC-E2F6-5184-7CAE3C8916C2}"/>
              </a:ext>
            </a:extLst>
          </p:cNvPr>
          <p:cNvSpPr txBox="1">
            <a:spLocks noGrp="1"/>
          </p:cNvSpPr>
          <p:nvPr>
            <p:ph type="ctrTitle"/>
          </p:nvPr>
        </p:nvSpPr>
        <p:spPr>
          <a:xfrm>
            <a:off x="479999" y="368311"/>
            <a:ext cx="11213020" cy="576000"/>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05416B"/>
              </a:buClr>
              <a:buSzPts val="1400"/>
              <a:buFont typeface="Arial"/>
              <a:buNone/>
              <a:defRPr sz="3733" b="1" i="0" u="none" strike="noStrike" cap="none">
                <a:solidFill>
                  <a:srgbClr val="5F5D8E"/>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2pPr>
            <a:lvl3pPr marR="0" lvl="2"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3pPr>
            <a:lvl4pPr marR="0" lvl="3"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4pPr>
            <a:lvl5pPr marR="0" lvl="4"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5pPr>
            <a:lvl6pPr marR="0" lvl="5"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6pPr>
            <a:lvl7pPr marR="0" lvl="6"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7pPr>
            <a:lvl8pPr marR="0" lvl="7"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8pPr>
            <a:lvl9pPr marR="0" lvl="8" algn="l" rtl="0">
              <a:lnSpc>
                <a:spcPct val="100000"/>
              </a:lnSpc>
              <a:spcBef>
                <a:spcPts val="0"/>
              </a:spcBef>
              <a:spcAft>
                <a:spcPts val="0"/>
              </a:spcAft>
              <a:buClr>
                <a:srgbClr val="000000"/>
              </a:buClr>
              <a:buSzPts val="1400"/>
              <a:buFont typeface="Arial"/>
              <a:buNone/>
              <a:defRPr sz="5333" b="1" i="0" u="none" strike="noStrike" cap="none">
                <a:solidFill>
                  <a:srgbClr val="81104F"/>
                </a:solidFill>
                <a:latin typeface="Arial Narrow"/>
                <a:ea typeface="Arial Narrow"/>
                <a:cs typeface="Arial Narrow"/>
                <a:sym typeface="Arial Narrow"/>
              </a:defRPr>
            </a:lvl9pPr>
          </a:lstStyle>
          <a:p>
            <a:endParaRPr/>
          </a:p>
        </p:txBody>
      </p:sp>
      <p:sp>
        <p:nvSpPr>
          <p:cNvPr id="5" name="Google Shape;17;p14">
            <a:extLst>
              <a:ext uri="{FF2B5EF4-FFF2-40B4-BE49-F238E27FC236}">
                <a16:creationId xmlns:a16="http://schemas.microsoft.com/office/drawing/2014/main" id="{23A0E90A-AA58-C609-CC3D-906A14B42104}"/>
              </a:ext>
            </a:extLst>
          </p:cNvPr>
          <p:cNvSpPr txBox="1">
            <a:spLocks noGrp="1"/>
          </p:cNvSpPr>
          <p:nvPr>
            <p:ph type="body" idx="1"/>
          </p:nvPr>
        </p:nvSpPr>
        <p:spPr>
          <a:xfrm>
            <a:off x="500433" y="1730103"/>
            <a:ext cx="11213200" cy="427300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427"/>
              </a:spcBef>
              <a:spcAft>
                <a:spcPts val="0"/>
              </a:spcAft>
              <a:buClr>
                <a:srgbClr val="05416B"/>
              </a:buClr>
              <a:buSzPts val="1600"/>
              <a:buFont typeface="Noto Sans Symbols"/>
              <a:buNone/>
              <a:defRPr sz="2133" b="0" i="0" u="none" strike="noStrike" cap="none">
                <a:solidFill>
                  <a:schemeClr val="tx1">
                    <a:lumMod val="75000"/>
                    <a:lumOff val="25000"/>
                  </a:schemeClr>
                </a:solidFill>
                <a:latin typeface="Arial Narrow"/>
                <a:ea typeface="Arial Narrow"/>
                <a:cs typeface="Arial Narrow"/>
                <a:sym typeface="Arial Narrow"/>
              </a:defRPr>
            </a:lvl1pPr>
            <a:lvl2pPr marL="1219170" marR="0" lvl="1" indent="-440256" algn="l" rtl="0">
              <a:lnSpc>
                <a:spcPct val="100000"/>
              </a:lnSpc>
              <a:spcBef>
                <a:spcPts val="427"/>
              </a:spcBef>
              <a:spcAft>
                <a:spcPts val="0"/>
              </a:spcAft>
              <a:buClr>
                <a:srgbClr val="05416B"/>
              </a:buClr>
              <a:buSzPts val="1600"/>
              <a:buFont typeface="Noto Sans Symbols"/>
              <a:buChar char="◆"/>
              <a:defRPr sz="2133" b="0" i="0" u="none" strike="noStrike" cap="none">
                <a:solidFill>
                  <a:srgbClr val="05416B"/>
                </a:solidFill>
                <a:latin typeface="Arial Narrow"/>
                <a:ea typeface="Arial Narrow"/>
                <a:cs typeface="Arial Narrow"/>
                <a:sym typeface="Arial Narrow"/>
              </a:defRPr>
            </a:lvl2pPr>
            <a:lvl3pPr marL="1828754" marR="0" lvl="2" indent="-440256" algn="l" rtl="0">
              <a:lnSpc>
                <a:spcPct val="100000"/>
              </a:lnSpc>
              <a:spcBef>
                <a:spcPts val="427"/>
              </a:spcBef>
              <a:spcAft>
                <a:spcPts val="0"/>
              </a:spcAft>
              <a:buClr>
                <a:srgbClr val="05416B"/>
              </a:buClr>
              <a:buSzPts val="1600"/>
              <a:buFont typeface="Noto Sans Symbols"/>
              <a:buChar char="◆"/>
              <a:defRPr sz="2133" b="0" i="0" u="none" strike="noStrike" cap="none">
                <a:solidFill>
                  <a:srgbClr val="05416B"/>
                </a:solidFill>
                <a:latin typeface="Arial Narrow"/>
                <a:ea typeface="Arial Narrow"/>
                <a:cs typeface="Arial Narrow"/>
                <a:sym typeface="Arial Narrow"/>
              </a:defRPr>
            </a:lvl3pPr>
            <a:lvl4pPr marL="2438339" marR="0" lvl="3"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4pPr>
            <a:lvl5pPr marL="3047924" marR="0" lvl="4"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5pPr>
            <a:lvl6pPr marL="3657509" marR="0" lvl="5"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6pPr>
            <a:lvl7pPr marL="4267093" marR="0" lvl="6"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7pPr>
            <a:lvl8pPr marL="4876678" marR="0" lvl="7"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8pPr>
            <a:lvl9pPr marL="5486263" marR="0" lvl="8" indent="-440256" algn="l" rtl="0">
              <a:lnSpc>
                <a:spcPct val="100000"/>
              </a:lnSpc>
              <a:spcBef>
                <a:spcPts val="533"/>
              </a:spcBef>
              <a:spcAft>
                <a:spcPts val="0"/>
              </a:spcAft>
              <a:buClr>
                <a:srgbClr val="05416B"/>
              </a:buClr>
              <a:buSzPts val="1600"/>
              <a:buFont typeface="Arial"/>
              <a:buChar char="●"/>
              <a:defRPr sz="2133" b="0" i="0" u="none" strike="noStrike" cap="none">
                <a:solidFill>
                  <a:srgbClr val="05416B"/>
                </a:solidFill>
                <a:latin typeface="Arial Narrow"/>
                <a:ea typeface="Arial Narrow"/>
                <a:cs typeface="Arial Narrow"/>
                <a:sym typeface="Arial Narrow"/>
              </a:defRPr>
            </a:lvl9pPr>
          </a:lstStyle>
          <a:p>
            <a:endParaRPr/>
          </a:p>
        </p:txBody>
      </p:sp>
      <p:pic>
        <p:nvPicPr>
          <p:cNvPr id="6" name="Picture 5" descr="Logo&#10;&#10;Description automatically generated">
            <a:extLst>
              <a:ext uri="{FF2B5EF4-FFF2-40B4-BE49-F238E27FC236}">
                <a16:creationId xmlns:a16="http://schemas.microsoft.com/office/drawing/2014/main" id="{6BD571E7-BDD0-AA31-D15B-2C8313727BA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0504" y="6248188"/>
            <a:ext cx="1843200" cy="316800"/>
          </a:xfrm>
          <a:prstGeom prst="rect">
            <a:avLst/>
          </a:prstGeom>
        </p:spPr>
      </p:pic>
    </p:spTree>
    <p:extLst>
      <p:ext uri="{BB962C8B-B14F-4D97-AF65-F5344CB8AC3E}">
        <p14:creationId xmlns:p14="http://schemas.microsoft.com/office/powerpoint/2010/main" val="407731101"/>
      </p:ext>
    </p:extLst>
  </p:cSld>
  <p:clrMapOvr>
    <a:masterClrMapping/>
  </p:clrMapOvr>
  <p:extLst>
    <p:ext uri="{DCECCB84-F9BA-43D5-87BE-67443E8EF086}">
      <p15:sldGuideLst xmlns:p15="http://schemas.microsoft.com/office/powerpoint/2012/main">
        <p15:guide id="1" orient="horz" pos="3117">
          <p15:clr>
            <a:srgbClr val="FBAE40"/>
          </p15:clr>
        </p15:guide>
        <p15:guide id="2" pos="29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V2">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328A60E0-CC58-1E75-99CE-C4E7AD3EECA6}"/>
              </a:ext>
            </a:extLst>
          </p:cNvPr>
          <p:cNvPicPr>
            <a:picLocks noChangeAspect="1"/>
          </p:cNvPicPr>
          <p:nvPr userDrawn="1"/>
        </p:nvPicPr>
        <p:blipFill>
          <a:blip r:embed="rId2">
            <a:extLst>
              <a:ext uri="{28A0092B-C50C-407E-A947-70E740481C1C}">
                <a14:useLocalDpi xmlns:a14="http://schemas.microsoft.com/office/drawing/2010/main" val="0"/>
              </a:ext>
            </a:extLst>
          </a:blip>
          <a:srcRect b="9788"/>
          <a:stretch>
            <a:fillRect/>
          </a:stretch>
        </p:blipFill>
        <p:spPr>
          <a:xfrm>
            <a:off x="0" y="0"/>
            <a:ext cx="12192000" cy="1180070"/>
          </a:xfrm>
          <a:prstGeom prst="rect">
            <a:avLst/>
          </a:prstGeom>
        </p:spPr>
      </p:pic>
      <p:sp>
        <p:nvSpPr>
          <p:cNvPr id="3" name="Titel 2">
            <a:extLst>
              <a:ext uri="{FF2B5EF4-FFF2-40B4-BE49-F238E27FC236}">
                <a16:creationId xmlns:a16="http://schemas.microsoft.com/office/drawing/2014/main" id="{997D0C75-9C77-B50E-61D7-FC7F2DE1305B}"/>
              </a:ext>
            </a:extLst>
          </p:cNvPr>
          <p:cNvSpPr>
            <a:spLocks noGrp="1"/>
          </p:cNvSpPr>
          <p:nvPr>
            <p:ph type="title"/>
          </p:nvPr>
        </p:nvSpPr>
        <p:spPr/>
        <p:txBody>
          <a:bodyPr/>
          <a:lstStyle>
            <a:lvl1pPr>
              <a:defRPr>
                <a:solidFill>
                  <a:schemeClr val="bg1"/>
                </a:solidFill>
              </a:defRPr>
            </a:lvl1pPr>
          </a:lstStyle>
          <a:p>
            <a:r>
              <a:rPr lang="nl-NL"/>
              <a:t>Klik om stijl te bewerken</a:t>
            </a:r>
            <a:endParaRPr lang="nl-BE"/>
          </a:p>
        </p:txBody>
      </p:sp>
      <p:sp>
        <p:nvSpPr>
          <p:cNvPr id="6" name="Tijdelijke aanduiding voor tekst 5">
            <a:extLst>
              <a:ext uri="{FF2B5EF4-FFF2-40B4-BE49-F238E27FC236}">
                <a16:creationId xmlns:a16="http://schemas.microsoft.com/office/drawing/2014/main" id="{D0C4C305-B6C3-297D-7CF5-FD2FDB9E1177}"/>
              </a:ext>
            </a:extLst>
          </p:cNvPr>
          <p:cNvSpPr>
            <a:spLocks noGrp="1"/>
          </p:cNvSpPr>
          <p:nvPr>
            <p:ph type="body" sz="quarter" idx="14"/>
          </p:nvPr>
        </p:nvSpPr>
        <p:spPr>
          <a:xfrm>
            <a:off x="457200" y="5913054"/>
            <a:ext cx="10733088" cy="787400"/>
          </a:xfrm>
        </p:spPr>
        <p:txBody>
          <a:bodyPr anchor="b" anchorCtr="0"/>
          <a:lstStyle>
            <a:lvl1pPr>
              <a:defRPr sz="1200"/>
            </a:lvl1pPr>
            <a:lvl2pPr>
              <a:defRPr sz="1200"/>
            </a:lvl2pPr>
            <a:lvl3pPr>
              <a:defRPr sz="1200"/>
            </a:lvl3pPr>
            <a:lvl4pPr>
              <a:defRPr sz="1200"/>
            </a:lvl4pPr>
            <a:lvl5pPr>
              <a:defRPr sz="1200"/>
            </a:lvl5pPr>
          </a:lstStyle>
          <a:p>
            <a:pPr lvl="0"/>
            <a:r>
              <a:rPr lang="nl-NL"/>
              <a:t>Klikken om de tekststijl van het model te bewerken</a:t>
            </a:r>
            <a:endParaRPr lang="nl-BE"/>
          </a:p>
        </p:txBody>
      </p:sp>
      <p:sp>
        <p:nvSpPr>
          <p:cNvPr id="7" name="Tijdelijke aanduiding voor dianummer 6">
            <a:extLst>
              <a:ext uri="{FF2B5EF4-FFF2-40B4-BE49-F238E27FC236}">
                <a16:creationId xmlns:a16="http://schemas.microsoft.com/office/drawing/2014/main" id="{72934334-AF33-D426-BBC4-53F7CA426FEE}"/>
              </a:ext>
            </a:extLst>
          </p:cNvPr>
          <p:cNvSpPr>
            <a:spLocks noGrp="1"/>
          </p:cNvSpPr>
          <p:nvPr>
            <p:ph type="sldNum" sz="quarter" idx="15"/>
          </p:nvPr>
        </p:nvSpPr>
        <p:spPr/>
        <p:txBody>
          <a:bodyPr/>
          <a:lstStyle/>
          <a:p>
            <a:fld id="{EEAD9179-7A6B-4268-BEB2-F3B8EB06115B}" type="slidenum">
              <a:rPr lang="en-US" smtClean="0"/>
              <a:pPr/>
              <a:t>‹#›</a:t>
            </a:fld>
            <a:endParaRPr lang="en-US"/>
          </a:p>
        </p:txBody>
      </p:sp>
      <p:sp>
        <p:nvSpPr>
          <p:cNvPr id="11" name="Tijdelijke aanduiding voor inhoud 10">
            <a:extLst>
              <a:ext uri="{FF2B5EF4-FFF2-40B4-BE49-F238E27FC236}">
                <a16:creationId xmlns:a16="http://schemas.microsoft.com/office/drawing/2014/main" id="{E9501E0E-B12C-566D-2163-801D204668DB}"/>
              </a:ext>
            </a:extLst>
          </p:cNvPr>
          <p:cNvSpPr>
            <a:spLocks noGrp="1"/>
          </p:cNvSpPr>
          <p:nvPr>
            <p:ph sz="quarter" idx="16"/>
          </p:nvPr>
        </p:nvSpPr>
        <p:spPr>
          <a:xfrm>
            <a:off x="457200" y="1309688"/>
            <a:ext cx="10731500" cy="494347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pic>
        <p:nvPicPr>
          <p:cNvPr id="5" name="Graphic 4">
            <a:extLst>
              <a:ext uri="{FF2B5EF4-FFF2-40B4-BE49-F238E27FC236}">
                <a16:creationId xmlns:a16="http://schemas.microsoft.com/office/drawing/2014/main" id="{58FEB66F-29A2-6B39-A9A0-C40CE778A9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77368" y="123184"/>
            <a:ext cx="574974" cy="574974"/>
          </a:xfrm>
          <a:prstGeom prst="rect">
            <a:avLst/>
          </a:prstGeom>
        </p:spPr>
      </p:pic>
    </p:spTree>
    <p:extLst>
      <p:ext uri="{BB962C8B-B14F-4D97-AF65-F5344CB8AC3E}">
        <p14:creationId xmlns:p14="http://schemas.microsoft.com/office/powerpoint/2010/main" val="36648510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37191C3-F5AA-D5A7-964A-C2FE66389DDE}"/>
              </a:ext>
            </a:extLst>
          </p:cNvPr>
          <p:cNvGraphicFramePr>
            <a:graphicFrameLocks noChangeAspect="1"/>
          </p:cNvGraphicFramePr>
          <p:nvPr userDrawn="1">
            <p:custDataLst>
              <p:tags r:id="rId1"/>
            </p:custDataLst>
            <p:extLst>
              <p:ext uri="{D42A27DB-BD31-4B8C-83A1-F6EECF244321}">
                <p14:modId xmlns:p14="http://schemas.microsoft.com/office/powerpoint/2010/main" val="26256693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5" name="think-cell data - do not delete" hidden="1">
                        <a:extLst>
                          <a:ext uri="{FF2B5EF4-FFF2-40B4-BE49-F238E27FC236}">
                            <a16:creationId xmlns:a16="http://schemas.microsoft.com/office/drawing/2014/main" id="{637191C3-F5AA-D5A7-964A-C2FE66389D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descr="A group of triangles on a white surface&#10;&#10;Description automatically generated">
            <a:extLst>
              <a:ext uri="{FF2B5EF4-FFF2-40B4-BE49-F238E27FC236}">
                <a16:creationId xmlns:a16="http://schemas.microsoft.com/office/drawing/2014/main" id="{2074BDE7-5C2B-4D9E-EC18-C893E9B9A046}"/>
              </a:ext>
            </a:extLst>
          </p:cNvPr>
          <p:cNvPicPr>
            <a:picLocks noChangeAspect="1"/>
          </p:cNvPicPr>
          <p:nvPr userDrawn="1"/>
        </p:nvPicPr>
        <p:blipFill>
          <a:blip r:embed="rId5"/>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3503339F-A983-8D51-2FE1-B9D3605E5DF7}"/>
              </a:ext>
            </a:extLst>
          </p:cNvPr>
          <p:cNvSpPr>
            <a:spLocks noGrp="1"/>
          </p:cNvSpPr>
          <p:nvPr>
            <p:ph type="ctrTitle" hasCustomPrompt="1"/>
          </p:nvPr>
        </p:nvSpPr>
        <p:spPr>
          <a:xfrm>
            <a:off x="526473" y="2722418"/>
            <a:ext cx="6414654" cy="1857810"/>
          </a:xfrm>
        </p:spPr>
        <p:txBody>
          <a:bodyPr vert="horz" anchor="b">
            <a:normAutofit/>
          </a:bodyPr>
          <a:lstStyle>
            <a:lvl1pPr algn="l">
              <a:lnSpc>
                <a:spcPct val="100000"/>
              </a:lnSpc>
              <a:defRPr sz="4400"/>
            </a:lvl1pPr>
          </a:lstStyle>
          <a:p>
            <a:r>
              <a:rPr lang="en-US"/>
              <a:t>Slide Title to go here</a:t>
            </a:r>
          </a:p>
        </p:txBody>
      </p:sp>
      <p:sp>
        <p:nvSpPr>
          <p:cNvPr id="3" name="Subtitle 2">
            <a:extLst>
              <a:ext uri="{FF2B5EF4-FFF2-40B4-BE49-F238E27FC236}">
                <a16:creationId xmlns:a16="http://schemas.microsoft.com/office/drawing/2014/main" id="{14043789-AE99-22B0-517C-1F825485E656}"/>
              </a:ext>
            </a:extLst>
          </p:cNvPr>
          <p:cNvSpPr>
            <a:spLocks noGrp="1"/>
          </p:cNvSpPr>
          <p:nvPr>
            <p:ph type="subTitle" idx="1"/>
          </p:nvPr>
        </p:nvSpPr>
        <p:spPr>
          <a:xfrm>
            <a:off x="526473" y="4672304"/>
            <a:ext cx="6414654" cy="1063478"/>
          </a:xfrm>
        </p:spPr>
        <p:txBody>
          <a:bodyPr/>
          <a:lstStyle>
            <a:lvl1pPr marL="0" indent="0" algn="l">
              <a:lnSpc>
                <a:spcPct val="100000"/>
              </a:lnSpc>
              <a:buNone/>
              <a:defRPr sz="2400">
                <a:solidFill>
                  <a:schemeClr val="tx1"/>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3AE0F91E-2C58-7B1F-26A7-E0C14654B92E}"/>
              </a:ext>
            </a:extLst>
          </p:cNvPr>
          <p:cNvPicPr>
            <a:picLocks noChangeAspect="1"/>
          </p:cNvPicPr>
          <p:nvPr userDrawn="1"/>
        </p:nvPicPr>
        <p:blipFill>
          <a:blip r:embed="rId6"/>
          <a:stretch>
            <a:fillRect/>
          </a:stretch>
        </p:blipFill>
        <p:spPr>
          <a:xfrm>
            <a:off x="11506904" y="152400"/>
            <a:ext cx="514852" cy="514852"/>
          </a:xfrm>
          <a:prstGeom prst="rect">
            <a:avLst/>
          </a:prstGeom>
        </p:spPr>
      </p:pic>
      <p:pic>
        <p:nvPicPr>
          <p:cNvPr id="9" name="图片 8">
            <a:extLst>
              <a:ext uri="{FF2B5EF4-FFF2-40B4-BE49-F238E27FC236}">
                <a16:creationId xmlns:a16="http://schemas.microsoft.com/office/drawing/2014/main" id="{41328030-5520-3B48-6408-EF51F2310845}"/>
              </a:ext>
            </a:extLst>
          </p:cNvPr>
          <p:cNvPicPr>
            <a:picLocks noChangeAspect="1"/>
          </p:cNvPicPr>
          <p:nvPr userDrawn="1"/>
        </p:nvPicPr>
        <p:blipFill>
          <a:blip r:embed="rId7"/>
          <a:stretch>
            <a:fillRect/>
          </a:stretch>
        </p:blipFill>
        <p:spPr>
          <a:xfrm>
            <a:off x="10744805" y="76200"/>
            <a:ext cx="667339" cy="667252"/>
          </a:xfrm>
          <a:prstGeom prst="rect">
            <a:avLst/>
          </a:prstGeom>
        </p:spPr>
      </p:pic>
      <p:pic>
        <p:nvPicPr>
          <p:cNvPr id="12" name="图片 11">
            <a:extLst>
              <a:ext uri="{FF2B5EF4-FFF2-40B4-BE49-F238E27FC236}">
                <a16:creationId xmlns:a16="http://schemas.microsoft.com/office/drawing/2014/main" id="{F4E6B227-4F2B-D4C0-960D-07DC9C44EEE1}"/>
              </a:ext>
            </a:extLst>
          </p:cNvPr>
          <p:cNvPicPr>
            <a:picLocks noChangeAspect="1"/>
          </p:cNvPicPr>
          <p:nvPr userDrawn="1"/>
        </p:nvPicPr>
        <p:blipFill>
          <a:blip r:embed="rId8"/>
          <a:stretch>
            <a:fillRect/>
          </a:stretch>
        </p:blipFill>
        <p:spPr>
          <a:xfrm>
            <a:off x="1641360" y="12902"/>
            <a:ext cx="1605148" cy="742513"/>
          </a:xfrm>
          <a:prstGeom prst="rect">
            <a:avLst/>
          </a:prstGeom>
        </p:spPr>
      </p:pic>
      <p:pic>
        <p:nvPicPr>
          <p:cNvPr id="14" name="图片 13">
            <a:extLst>
              <a:ext uri="{FF2B5EF4-FFF2-40B4-BE49-F238E27FC236}">
                <a16:creationId xmlns:a16="http://schemas.microsoft.com/office/drawing/2014/main" id="{29786843-76E0-0A23-5AE7-1D2B72F28763}"/>
              </a:ext>
            </a:extLst>
          </p:cNvPr>
          <p:cNvPicPr>
            <a:picLocks noChangeAspect="1"/>
          </p:cNvPicPr>
          <p:nvPr userDrawn="1"/>
        </p:nvPicPr>
        <p:blipFill>
          <a:blip r:embed="rId9"/>
          <a:stretch>
            <a:fillRect/>
          </a:stretch>
        </p:blipFill>
        <p:spPr>
          <a:xfrm>
            <a:off x="-196470" y="-18063"/>
            <a:ext cx="2222809" cy="804441"/>
          </a:xfrm>
          <a:prstGeom prst="rect">
            <a:avLst/>
          </a:prstGeom>
        </p:spPr>
      </p:pic>
    </p:spTree>
    <p:extLst>
      <p:ext uri="{BB962C8B-B14F-4D97-AF65-F5344CB8AC3E}">
        <p14:creationId xmlns:p14="http://schemas.microsoft.com/office/powerpoint/2010/main" val="29926554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vider Slide_Option 1">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7E426770-9354-6C1F-76D7-5501A928141D}"/>
              </a:ext>
            </a:extLst>
          </p:cNvPr>
          <p:cNvGraphicFramePr>
            <a:graphicFrameLocks noChangeAspect="1"/>
          </p:cNvGraphicFramePr>
          <p:nvPr userDrawn="1">
            <p:custDataLst>
              <p:tags r:id="rId1"/>
            </p:custDataLst>
            <p:extLst>
              <p:ext uri="{D42A27DB-BD31-4B8C-83A1-F6EECF244321}">
                <p14:modId xmlns:p14="http://schemas.microsoft.com/office/powerpoint/2010/main" val="1485178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4" name="think-cell data - do not delete" hidden="1">
                        <a:extLst>
                          <a:ext uri="{FF2B5EF4-FFF2-40B4-BE49-F238E27FC236}">
                            <a16:creationId xmlns:a16="http://schemas.microsoft.com/office/drawing/2014/main" id="{7E426770-9354-6C1F-76D7-5501A9281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24B65B8E-53AA-2BA9-D5F8-3B15CF247DE8}"/>
              </a:ext>
            </a:extLst>
          </p:cNvPr>
          <p:cNvSpPr/>
          <p:nvPr userDrawn="1"/>
        </p:nvSpPr>
        <p:spPr>
          <a:xfrm>
            <a:off x="2"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8" name="Picture 7" descr="A blue background with many triangles&#10;&#10;Description automatically generated">
            <a:extLst>
              <a:ext uri="{FF2B5EF4-FFF2-40B4-BE49-F238E27FC236}">
                <a16:creationId xmlns:a16="http://schemas.microsoft.com/office/drawing/2014/main" id="{1C60DCE1-E733-B570-FC8F-06C5396156DE}"/>
              </a:ext>
            </a:extLst>
          </p:cNvPr>
          <p:cNvPicPr>
            <a:picLocks noChangeAspect="1"/>
          </p:cNvPicPr>
          <p:nvPr userDrawn="1"/>
        </p:nvPicPr>
        <p:blipFill>
          <a:blip r:embed="rId5"/>
          <a:stretch>
            <a:fillRect/>
          </a:stretch>
        </p:blipFill>
        <p:spPr>
          <a:xfrm flipH="1">
            <a:off x="1" y="0"/>
            <a:ext cx="12192000" cy="6858000"/>
          </a:xfrm>
          <a:prstGeom prst="rect">
            <a:avLst/>
          </a:prstGeom>
        </p:spPr>
      </p:pic>
      <p:pic>
        <p:nvPicPr>
          <p:cNvPr id="4" name="Picture 3">
            <a:extLst>
              <a:ext uri="{FF2B5EF4-FFF2-40B4-BE49-F238E27FC236}">
                <a16:creationId xmlns:a16="http://schemas.microsoft.com/office/drawing/2014/main" id="{1C465A68-9EB7-9534-EAE4-2B7C1F8B1315}"/>
              </a:ext>
            </a:extLst>
          </p:cNvPr>
          <p:cNvPicPr>
            <a:picLocks noChangeAspect="1"/>
          </p:cNvPicPr>
          <p:nvPr userDrawn="1"/>
        </p:nvPicPr>
        <p:blipFill>
          <a:blip r:embed="rId6"/>
          <a:stretch>
            <a:fillRect/>
          </a:stretch>
        </p:blipFill>
        <p:spPr>
          <a:xfrm>
            <a:off x="8499502" y="537960"/>
            <a:ext cx="3089761" cy="1168516"/>
          </a:xfrm>
          <a:prstGeom prst="rect">
            <a:avLst/>
          </a:prstGeom>
        </p:spPr>
      </p:pic>
      <p:sp>
        <p:nvSpPr>
          <p:cNvPr id="2" name="Title 1">
            <a:extLst>
              <a:ext uri="{FF2B5EF4-FFF2-40B4-BE49-F238E27FC236}">
                <a16:creationId xmlns:a16="http://schemas.microsoft.com/office/drawing/2014/main" id="{3503339F-A983-8D51-2FE1-B9D3605E5DF7}"/>
              </a:ext>
            </a:extLst>
          </p:cNvPr>
          <p:cNvSpPr>
            <a:spLocks noGrp="1"/>
          </p:cNvSpPr>
          <p:nvPr>
            <p:ph type="ctrTitle" hasCustomPrompt="1"/>
          </p:nvPr>
        </p:nvSpPr>
        <p:spPr>
          <a:xfrm>
            <a:off x="4113737" y="2722418"/>
            <a:ext cx="7475525" cy="1857810"/>
          </a:xfrm>
        </p:spPr>
        <p:txBody>
          <a:bodyPr vert="horz" anchor="b">
            <a:normAutofit/>
          </a:bodyPr>
          <a:lstStyle>
            <a:lvl1pPr algn="l">
              <a:defRPr sz="4400">
                <a:solidFill>
                  <a:srgbClr val="00FDFD"/>
                </a:solidFill>
              </a:defRPr>
            </a:lvl1pPr>
          </a:lstStyle>
          <a:p>
            <a:r>
              <a:rPr lang="en-US"/>
              <a:t>Divider Title to go here</a:t>
            </a:r>
          </a:p>
        </p:txBody>
      </p:sp>
      <p:sp>
        <p:nvSpPr>
          <p:cNvPr id="3" name="Subtitle 2">
            <a:extLst>
              <a:ext uri="{FF2B5EF4-FFF2-40B4-BE49-F238E27FC236}">
                <a16:creationId xmlns:a16="http://schemas.microsoft.com/office/drawing/2014/main" id="{14043789-AE99-22B0-517C-1F825485E656}"/>
              </a:ext>
            </a:extLst>
          </p:cNvPr>
          <p:cNvSpPr>
            <a:spLocks noGrp="1"/>
          </p:cNvSpPr>
          <p:nvPr>
            <p:ph type="subTitle" idx="1"/>
          </p:nvPr>
        </p:nvSpPr>
        <p:spPr>
          <a:xfrm>
            <a:off x="4113737" y="4672304"/>
            <a:ext cx="7475524" cy="1063478"/>
          </a:xfrm>
        </p:spPr>
        <p:txBody>
          <a:bodyPr/>
          <a:lstStyle>
            <a:lvl1pPr marL="0" indent="0" algn="l">
              <a:buNone/>
              <a:defRPr sz="2400">
                <a:solidFill>
                  <a:srgbClr val="FFFFFF"/>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Master subtitle style</a:t>
            </a:r>
          </a:p>
        </p:txBody>
      </p:sp>
    </p:spTree>
    <p:extLst>
      <p:ext uri="{BB962C8B-B14F-4D97-AF65-F5344CB8AC3E}">
        <p14:creationId xmlns:p14="http://schemas.microsoft.com/office/powerpoint/2010/main" val="21324189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_Option 2">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2978C86-403D-76B7-412B-98693B31D46E}"/>
              </a:ext>
            </a:extLst>
          </p:cNvPr>
          <p:cNvGraphicFramePr>
            <a:graphicFrameLocks noChangeAspect="1"/>
          </p:cNvGraphicFramePr>
          <p:nvPr userDrawn="1">
            <p:custDataLst>
              <p:tags r:id="rId1"/>
            </p:custDataLst>
            <p:extLst>
              <p:ext uri="{D42A27DB-BD31-4B8C-83A1-F6EECF244321}">
                <p14:modId xmlns:p14="http://schemas.microsoft.com/office/powerpoint/2010/main" val="14585445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3" name="think-cell data - do not delete" hidden="1">
                        <a:extLst>
                          <a:ext uri="{FF2B5EF4-FFF2-40B4-BE49-F238E27FC236}">
                            <a16:creationId xmlns:a16="http://schemas.microsoft.com/office/drawing/2014/main" id="{02978C86-403D-76B7-412B-98693B31D4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A8857038-BD64-1363-426B-A348A5E7FABE}"/>
              </a:ext>
            </a:extLst>
          </p:cNvPr>
          <p:cNvSpPr/>
          <p:nvPr userDrawn="1"/>
        </p:nvSpPr>
        <p:spPr>
          <a:xfrm>
            <a:off x="2"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5" name="Picture 4" descr="A blue background with triangles&#10;&#10;Description automatically generated">
            <a:extLst>
              <a:ext uri="{FF2B5EF4-FFF2-40B4-BE49-F238E27FC236}">
                <a16:creationId xmlns:a16="http://schemas.microsoft.com/office/drawing/2014/main" id="{85841D34-2098-96D1-507B-C377BDD77D9D}"/>
              </a:ext>
            </a:extLst>
          </p:cNvPr>
          <p:cNvPicPr>
            <a:picLocks noChangeAspect="1"/>
          </p:cNvPicPr>
          <p:nvPr userDrawn="1"/>
        </p:nvPicPr>
        <p:blipFill>
          <a:blip r:embed="rId5"/>
          <a:stretch>
            <a:fillRect/>
          </a:stretch>
        </p:blipFill>
        <p:spPr>
          <a:xfrm flipH="1">
            <a:off x="1" y="0"/>
            <a:ext cx="12192000" cy="6858000"/>
          </a:xfrm>
          <a:prstGeom prst="rect">
            <a:avLst/>
          </a:prstGeom>
        </p:spPr>
      </p:pic>
      <p:sp>
        <p:nvSpPr>
          <p:cNvPr id="6" name="Title 1">
            <a:extLst>
              <a:ext uri="{FF2B5EF4-FFF2-40B4-BE49-F238E27FC236}">
                <a16:creationId xmlns:a16="http://schemas.microsoft.com/office/drawing/2014/main" id="{1AB0203A-93C9-1844-EB75-ECA9A0D63F81}"/>
              </a:ext>
            </a:extLst>
          </p:cNvPr>
          <p:cNvSpPr>
            <a:spLocks noGrp="1"/>
          </p:cNvSpPr>
          <p:nvPr>
            <p:ph type="ctrTitle" hasCustomPrompt="1"/>
          </p:nvPr>
        </p:nvSpPr>
        <p:spPr>
          <a:xfrm>
            <a:off x="4113736" y="2722418"/>
            <a:ext cx="7475526" cy="1857810"/>
          </a:xfrm>
        </p:spPr>
        <p:txBody>
          <a:bodyPr vert="horz" anchor="b">
            <a:normAutofit/>
          </a:bodyPr>
          <a:lstStyle>
            <a:lvl1pPr algn="l">
              <a:defRPr sz="4400">
                <a:solidFill>
                  <a:srgbClr val="00FDFD"/>
                </a:solidFill>
              </a:defRPr>
            </a:lvl1pPr>
          </a:lstStyle>
          <a:p>
            <a:r>
              <a:rPr lang="en-US"/>
              <a:t>Divider Title to go here</a:t>
            </a:r>
          </a:p>
        </p:txBody>
      </p:sp>
      <p:sp>
        <p:nvSpPr>
          <p:cNvPr id="7" name="Subtitle 2">
            <a:extLst>
              <a:ext uri="{FF2B5EF4-FFF2-40B4-BE49-F238E27FC236}">
                <a16:creationId xmlns:a16="http://schemas.microsoft.com/office/drawing/2014/main" id="{2C6429AE-A888-2593-4AA9-CE7B6686C245}"/>
              </a:ext>
            </a:extLst>
          </p:cNvPr>
          <p:cNvSpPr>
            <a:spLocks noGrp="1"/>
          </p:cNvSpPr>
          <p:nvPr>
            <p:ph type="subTitle" idx="1"/>
          </p:nvPr>
        </p:nvSpPr>
        <p:spPr>
          <a:xfrm>
            <a:off x="4113736" y="4672304"/>
            <a:ext cx="7475526" cy="1063478"/>
          </a:xfrm>
        </p:spPr>
        <p:txBody>
          <a:bodyPr/>
          <a:lstStyle>
            <a:lvl1pPr marL="0" indent="0" algn="l">
              <a:buNone/>
              <a:defRPr sz="2400">
                <a:solidFill>
                  <a:srgbClr val="FFFFFF"/>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B467E835-5848-048F-3CCA-4685BDE8AF05}"/>
              </a:ext>
            </a:extLst>
          </p:cNvPr>
          <p:cNvPicPr>
            <a:picLocks noChangeAspect="1"/>
          </p:cNvPicPr>
          <p:nvPr userDrawn="1"/>
        </p:nvPicPr>
        <p:blipFill>
          <a:blip r:embed="rId6"/>
          <a:stretch>
            <a:fillRect/>
          </a:stretch>
        </p:blipFill>
        <p:spPr>
          <a:xfrm>
            <a:off x="8499502" y="537960"/>
            <a:ext cx="3089761" cy="1168516"/>
          </a:xfrm>
          <a:prstGeom prst="rect">
            <a:avLst/>
          </a:prstGeom>
        </p:spPr>
      </p:pic>
    </p:spTree>
    <p:extLst>
      <p:ext uri="{BB962C8B-B14F-4D97-AF65-F5344CB8AC3E}">
        <p14:creationId xmlns:p14="http://schemas.microsoft.com/office/powerpoint/2010/main" val="32983151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_Option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F9718E9-6130-9132-700B-69F98D7C60FD}"/>
              </a:ext>
            </a:extLst>
          </p:cNvPr>
          <p:cNvGraphicFramePr>
            <a:graphicFrameLocks noChangeAspect="1"/>
          </p:cNvGraphicFramePr>
          <p:nvPr userDrawn="1">
            <p:custDataLst>
              <p:tags r:id="rId1"/>
            </p:custDataLst>
            <p:extLst>
              <p:ext uri="{D42A27DB-BD31-4B8C-83A1-F6EECF244321}">
                <p14:modId xmlns:p14="http://schemas.microsoft.com/office/powerpoint/2010/main" val="1175377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8" name="think-cell data - do not delete" hidden="1">
                        <a:extLst>
                          <a:ext uri="{FF2B5EF4-FFF2-40B4-BE49-F238E27FC236}">
                            <a16:creationId xmlns:a16="http://schemas.microsoft.com/office/drawing/2014/main" id="{5F9718E9-6130-9132-700B-69F98D7C60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2B5D6569-F227-AB15-63A7-B0BDDC0E7133}"/>
              </a:ext>
            </a:extLst>
          </p:cNvPr>
          <p:cNvSpPr/>
          <p:nvPr userDrawn="1"/>
        </p:nvSpPr>
        <p:spPr>
          <a:xfrm>
            <a:off x="2" y="0"/>
            <a:ext cx="12192000" cy="6858000"/>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5" name="Picture 4" descr="A blue background with many triangles&#10;&#10;Description automatically generated with medium confidence">
            <a:extLst>
              <a:ext uri="{FF2B5EF4-FFF2-40B4-BE49-F238E27FC236}">
                <a16:creationId xmlns:a16="http://schemas.microsoft.com/office/drawing/2014/main" id="{D65111D5-072D-5841-A404-514792A6F8CF}"/>
              </a:ext>
            </a:extLst>
          </p:cNvPr>
          <p:cNvPicPr>
            <a:picLocks noChangeAspect="1"/>
          </p:cNvPicPr>
          <p:nvPr userDrawn="1"/>
        </p:nvPicPr>
        <p:blipFill>
          <a:blip r:embed="rId5"/>
          <a:stretch>
            <a:fillRect/>
          </a:stretch>
        </p:blipFill>
        <p:spPr>
          <a:xfrm flipH="1">
            <a:off x="1" y="0"/>
            <a:ext cx="12192000" cy="6858000"/>
          </a:xfrm>
          <a:prstGeom prst="rect">
            <a:avLst/>
          </a:prstGeom>
        </p:spPr>
      </p:pic>
      <p:sp>
        <p:nvSpPr>
          <p:cNvPr id="16" name="Title 1">
            <a:extLst>
              <a:ext uri="{FF2B5EF4-FFF2-40B4-BE49-F238E27FC236}">
                <a16:creationId xmlns:a16="http://schemas.microsoft.com/office/drawing/2014/main" id="{00EC95CC-405B-AE72-E1F8-1B8310E71EC8}"/>
              </a:ext>
            </a:extLst>
          </p:cNvPr>
          <p:cNvSpPr>
            <a:spLocks noGrp="1"/>
          </p:cNvSpPr>
          <p:nvPr>
            <p:ph type="ctrTitle" hasCustomPrompt="1"/>
          </p:nvPr>
        </p:nvSpPr>
        <p:spPr>
          <a:xfrm>
            <a:off x="4113737" y="2722418"/>
            <a:ext cx="7475525" cy="1857810"/>
          </a:xfrm>
        </p:spPr>
        <p:txBody>
          <a:bodyPr vert="horz" anchor="b">
            <a:normAutofit/>
          </a:bodyPr>
          <a:lstStyle>
            <a:lvl1pPr algn="l">
              <a:defRPr sz="4400">
                <a:solidFill>
                  <a:srgbClr val="00FDFD"/>
                </a:solidFill>
              </a:defRPr>
            </a:lvl1pPr>
          </a:lstStyle>
          <a:p>
            <a:r>
              <a:rPr lang="en-US"/>
              <a:t>Divider Title to go here</a:t>
            </a:r>
          </a:p>
        </p:txBody>
      </p:sp>
      <p:sp>
        <p:nvSpPr>
          <p:cNvPr id="17" name="Subtitle 2">
            <a:extLst>
              <a:ext uri="{FF2B5EF4-FFF2-40B4-BE49-F238E27FC236}">
                <a16:creationId xmlns:a16="http://schemas.microsoft.com/office/drawing/2014/main" id="{952C7FD8-C9B5-93E7-5890-48B6B4541175}"/>
              </a:ext>
            </a:extLst>
          </p:cNvPr>
          <p:cNvSpPr>
            <a:spLocks noGrp="1"/>
          </p:cNvSpPr>
          <p:nvPr>
            <p:ph type="subTitle" idx="1"/>
          </p:nvPr>
        </p:nvSpPr>
        <p:spPr>
          <a:xfrm>
            <a:off x="4113737" y="4672304"/>
            <a:ext cx="7475524" cy="1063478"/>
          </a:xfrm>
        </p:spPr>
        <p:txBody>
          <a:bodyPr/>
          <a:lstStyle>
            <a:lvl1pPr marL="0" indent="0" algn="l">
              <a:buNone/>
              <a:defRPr sz="2400">
                <a:solidFill>
                  <a:srgbClr val="FFFFFF"/>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B8D505B-DC4B-FA84-5A3C-AF34D546B4A7}"/>
              </a:ext>
            </a:extLst>
          </p:cNvPr>
          <p:cNvPicPr>
            <a:picLocks noChangeAspect="1"/>
          </p:cNvPicPr>
          <p:nvPr userDrawn="1"/>
        </p:nvPicPr>
        <p:blipFill>
          <a:blip r:embed="rId6"/>
          <a:stretch>
            <a:fillRect/>
          </a:stretch>
        </p:blipFill>
        <p:spPr>
          <a:xfrm>
            <a:off x="8499502" y="537960"/>
            <a:ext cx="3089761" cy="1168516"/>
          </a:xfrm>
          <a:prstGeom prst="rect">
            <a:avLst/>
          </a:prstGeom>
        </p:spPr>
      </p:pic>
    </p:spTree>
    <p:extLst>
      <p:ext uri="{BB962C8B-B14F-4D97-AF65-F5344CB8AC3E}">
        <p14:creationId xmlns:p14="http://schemas.microsoft.com/office/powerpoint/2010/main" val="9227611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pic>
        <p:nvPicPr>
          <p:cNvPr id="6" name="Picture 5" descr="A white background with black dots&#10;&#10;Description automatically generated">
            <a:extLst>
              <a:ext uri="{FF2B5EF4-FFF2-40B4-BE49-F238E27FC236}">
                <a16:creationId xmlns:a16="http://schemas.microsoft.com/office/drawing/2014/main" id="{1F446AF9-4F54-D7D5-CD2F-EC8BA1DD99B5}"/>
              </a:ext>
            </a:extLst>
          </p:cNvPr>
          <p:cNvPicPr>
            <a:picLocks noChangeAspect="1"/>
          </p:cNvPicPr>
          <p:nvPr userDrawn="1"/>
        </p:nvPicPr>
        <p:blipFill rotWithShape="1">
          <a:blip r:embed="rId2"/>
          <a:srcRect b="7087"/>
          <a:stretch/>
        </p:blipFill>
        <p:spPr>
          <a:xfrm>
            <a:off x="-1" y="0"/>
            <a:ext cx="12192001" cy="6372000"/>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463064" y="1753607"/>
            <a:ext cx="10312966" cy="4572000"/>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916E3517-5545-01E2-449A-7598E2A219B7}"/>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2" name="Content Placeholder 2">
            <a:extLst>
              <a:ext uri="{FF2B5EF4-FFF2-40B4-BE49-F238E27FC236}">
                <a16:creationId xmlns:a16="http://schemas.microsoft.com/office/drawing/2014/main" id="{450107AE-F725-723A-3FBA-86B9B634553C}"/>
              </a:ext>
            </a:extLst>
          </p:cNvPr>
          <p:cNvSpPr>
            <a:spLocks noGrp="1"/>
          </p:cNvSpPr>
          <p:nvPr>
            <p:ph idx="12"/>
          </p:nvPr>
        </p:nvSpPr>
        <p:spPr>
          <a:xfrm>
            <a:off x="463064" y="1139980"/>
            <a:ext cx="10312966" cy="562220"/>
          </a:xfrm>
        </p:spPr>
        <p:txBody>
          <a:bodyPr anchor="ctr"/>
          <a:lstStyle>
            <a:lvl1pPr marL="0" indent="0">
              <a:buNone/>
              <a:defRPr b="1"/>
            </a:lvl1pPr>
          </a:lstStyle>
          <a:p>
            <a:pPr lvl="0"/>
            <a:r>
              <a:rPr lang="en-US"/>
              <a:t>Click to edit Master text styles</a:t>
            </a:r>
          </a:p>
        </p:txBody>
      </p:sp>
      <p:sp>
        <p:nvSpPr>
          <p:cNvPr id="7" name="Footer Placeholder 4">
            <a:extLst>
              <a:ext uri="{FF2B5EF4-FFF2-40B4-BE49-F238E27FC236}">
                <a16:creationId xmlns:a16="http://schemas.microsoft.com/office/drawing/2014/main" id="{4F2524CE-FBF0-84A5-3678-CB5514CB6407}"/>
              </a:ext>
            </a:extLst>
          </p:cNvPr>
          <p:cNvSpPr>
            <a:spLocks noGrp="1"/>
          </p:cNvSpPr>
          <p:nvPr>
            <p:ph type="ftr" sz="quarter" idx="11"/>
          </p:nvPr>
        </p:nvSpPr>
        <p:spPr>
          <a:xfrm>
            <a:off x="463066"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5" name="Picture 4" descr="A purple letters on a black background&#10;&#10;Description automatically generated">
            <a:extLst>
              <a:ext uri="{FF2B5EF4-FFF2-40B4-BE49-F238E27FC236}">
                <a16:creationId xmlns:a16="http://schemas.microsoft.com/office/drawing/2014/main" id="{1DE71208-23AB-B112-ECFA-9C43BDD181DF}"/>
              </a:ext>
            </a:extLst>
          </p:cNvPr>
          <p:cNvPicPr>
            <a:picLocks noChangeAspect="1"/>
          </p:cNvPicPr>
          <p:nvPr userDrawn="1"/>
        </p:nvPicPr>
        <p:blipFill>
          <a:blip r:embed="rId3"/>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23853313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age_No subheader">
    <p:spTree>
      <p:nvGrpSpPr>
        <p:cNvPr id="1" name=""/>
        <p:cNvGrpSpPr/>
        <p:nvPr/>
      </p:nvGrpSpPr>
      <p:grpSpPr>
        <a:xfrm>
          <a:off x="0" y="0"/>
          <a:ext cx="0" cy="0"/>
          <a:chOff x="0" y="0"/>
          <a:chExt cx="0" cy="0"/>
        </a:xfrm>
      </p:grpSpPr>
      <p:pic>
        <p:nvPicPr>
          <p:cNvPr id="4" name="Picture 3" descr="A white background with black dots&#10;&#10;Description automatically generated">
            <a:extLst>
              <a:ext uri="{FF2B5EF4-FFF2-40B4-BE49-F238E27FC236}">
                <a16:creationId xmlns:a16="http://schemas.microsoft.com/office/drawing/2014/main" id="{62A7B2B9-D8B7-D789-3108-4EAE7D371561}"/>
              </a:ext>
            </a:extLst>
          </p:cNvPr>
          <p:cNvPicPr>
            <a:picLocks noChangeAspect="1"/>
          </p:cNvPicPr>
          <p:nvPr userDrawn="1"/>
        </p:nvPicPr>
        <p:blipFill rotWithShape="1">
          <a:blip r:embed="rId2"/>
          <a:srcRect b="7087"/>
          <a:stretch/>
        </p:blipFill>
        <p:spPr>
          <a:xfrm>
            <a:off x="-1" y="0"/>
            <a:ext cx="12192001" cy="6372000"/>
          </a:xfrm>
          <a:prstGeom prst="rect">
            <a:avLst/>
          </a:prstGeom>
        </p:spPr>
      </p:pic>
      <p:sp>
        <p:nvSpPr>
          <p:cNvPr id="2" name="Content Placeholder 2">
            <a:extLst>
              <a:ext uri="{FF2B5EF4-FFF2-40B4-BE49-F238E27FC236}">
                <a16:creationId xmlns:a16="http://schemas.microsoft.com/office/drawing/2014/main" id="{F0705D2C-17F1-55E7-56A5-DB1E7F703C8F}"/>
              </a:ext>
            </a:extLst>
          </p:cNvPr>
          <p:cNvSpPr>
            <a:spLocks noGrp="1"/>
          </p:cNvSpPr>
          <p:nvPr>
            <p:ph idx="1" hasCustomPrompt="1"/>
          </p:nvPr>
        </p:nvSpPr>
        <p:spPr>
          <a:xfrm>
            <a:off x="463064" y="1141202"/>
            <a:ext cx="10312966" cy="5179481"/>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6" name="Title 8">
            <a:extLst>
              <a:ext uri="{FF2B5EF4-FFF2-40B4-BE49-F238E27FC236}">
                <a16:creationId xmlns:a16="http://schemas.microsoft.com/office/drawing/2014/main" id="{89E6AE32-AA2E-7503-C335-B8FD441C727E}"/>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3" name="Footer Placeholder 4">
            <a:extLst>
              <a:ext uri="{FF2B5EF4-FFF2-40B4-BE49-F238E27FC236}">
                <a16:creationId xmlns:a16="http://schemas.microsoft.com/office/drawing/2014/main" id="{8DCBF6ED-AEE4-C0B8-AACD-46FE663F8AC0}"/>
              </a:ext>
            </a:extLst>
          </p:cNvPr>
          <p:cNvSpPr>
            <a:spLocks noGrp="1"/>
          </p:cNvSpPr>
          <p:nvPr>
            <p:ph type="ftr" sz="quarter" idx="11"/>
          </p:nvPr>
        </p:nvSpPr>
        <p:spPr>
          <a:xfrm>
            <a:off x="463066"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5" name="Picture 4" descr="A purple letters on a black background&#10;&#10;Description automatically generated">
            <a:extLst>
              <a:ext uri="{FF2B5EF4-FFF2-40B4-BE49-F238E27FC236}">
                <a16:creationId xmlns:a16="http://schemas.microsoft.com/office/drawing/2014/main" id="{F613E55A-6C41-F5FB-B78F-126F9680E4EB}"/>
              </a:ext>
            </a:extLst>
          </p:cNvPr>
          <p:cNvPicPr>
            <a:picLocks noChangeAspect="1"/>
          </p:cNvPicPr>
          <p:nvPr userDrawn="1"/>
        </p:nvPicPr>
        <p:blipFill>
          <a:blip r:embed="rId3"/>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4104344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Columns">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882BC216-C45A-338A-9655-401B85700EBF}"/>
              </a:ext>
            </a:extLst>
          </p:cNvPr>
          <p:cNvPicPr>
            <a:picLocks noChangeAspect="1"/>
          </p:cNvPicPr>
          <p:nvPr userDrawn="1"/>
        </p:nvPicPr>
        <p:blipFill rotWithShape="1">
          <a:blip r:embed="rId2"/>
          <a:srcRect b="7769"/>
          <a:stretch/>
        </p:blipFill>
        <p:spPr>
          <a:xfrm>
            <a:off x="-1" y="0"/>
            <a:ext cx="12192001" cy="6325200"/>
          </a:xfrm>
          <a:prstGeom prst="rect">
            <a:avLst/>
          </a:prstGeom>
        </p:spPr>
      </p:pic>
      <p:sp>
        <p:nvSpPr>
          <p:cNvPr id="3" name="Text Placeholder 2">
            <a:extLst>
              <a:ext uri="{FF2B5EF4-FFF2-40B4-BE49-F238E27FC236}">
                <a16:creationId xmlns:a16="http://schemas.microsoft.com/office/drawing/2014/main" id="{75F62538-C6AE-428D-5820-E1425353545A}"/>
              </a:ext>
            </a:extLst>
          </p:cNvPr>
          <p:cNvSpPr>
            <a:spLocks noGrp="1"/>
          </p:cNvSpPr>
          <p:nvPr>
            <p:ph type="body" idx="1"/>
          </p:nvPr>
        </p:nvSpPr>
        <p:spPr>
          <a:xfrm>
            <a:off x="463065" y="1141200"/>
            <a:ext cx="5076000" cy="561600"/>
          </a:xfrm>
        </p:spPr>
        <p:txBody>
          <a:bodyPr anchor="ctr"/>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31BDF3-886C-A08D-08E3-908084CEEB96}"/>
              </a:ext>
            </a:extLst>
          </p:cNvPr>
          <p:cNvSpPr>
            <a:spLocks noGrp="1"/>
          </p:cNvSpPr>
          <p:nvPr>
            <p:ph sz="half" idx="2"/>
          </p:nvPr>
        </p:nvSpPr>
        <p:spPr>
          <a:xfrm>
            <a:off x="463065" y="1753200"/>
            <a:ext cx="5076000" cy="4572000"/>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C900618-0461-FC9A-D343-DBDDB06885DB}"/>
              </a:ext>
            </a:extLst>
          </p:cNvPr>
          <p:cNvSpPr>
            <a:spLocks noGrp="1"/>
          </p:cNvSpPr>
          <p:nvPr>
            <p:ph type="body" sz="quarter" idx="3"/>
          </p:nvPr>
        </p:nvSpPr>
        <p:spPr>
          <a:xfrm>
            <a:off x="5700030" y="1141200"/>
            <a:ext cx="5076001" cy="561600"/>
          </a:xfrm>
        </p:spPr>
        <p:txBody>
          <a:bodyPr anchor="ctr"/>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09FEC-48A0-AE4C-A1E9-82A5E49A9C78}"/>
              </a:ext>
            </a:extLst>
          </p:cNvPr>
          <p:cNvSpPr>
            <a:spLocks noGrp="1"/>
          </p:cNvSpPr>
          <p:nvPr>
            <p:ph sz="quarter" idx="4"/>
          </p:nvPr>
        </p:nvSpPr>
        <p:spPr>
          <a:xfrm>
            <a:off x="5700030" y="1753200"/>
            <a:ext cx="5076000" cy="4572000"/>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2" name="Title 8">
            <a:extLst>
              <a:ext uri="{FF2B5EF4-FFF2-40B4-BE49-F238E27FC236}">
                <a16:creationId xmlns:a16="http://schemas.microsoft.com/office/drawing/2014/main" id="{16F3DAE5-994B-4289-1694-B31370E51AA3}"/>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8" name="Footer Placeholder 4">
            <a:extLst>
              <a:ext uri="{FF2B5EF4-FFF2-40B4-BE49-F238E27FC236}">
                <a16:creationId xmlns:a16="http://schemas.microsoft.com/office/drawing/2014/main" id="{AF4E0012-F14A-E253-B5F7-FDF2F88F2007}"/>
              </a:ext>
            </a:extLst>
          </p:cNvPr>
          <p:cNvSpPr>
            <a:spLocks noGrp="1"/>
          </p:cNvSpPr>
          <p:nvPr>
            <p:ph type="ftr" sz="quarter" idx="11"/>
          </p:nvPr>
        </p:nvSpPr>
        <p:spPr>
          <a:xfrm>
            <a:off x="463066"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9" name="Picture 8" descr="A purple letters on a black background&#10;&#10;Description automatically generated">
            <a:extLst>
              <a:ext uri="{FF2B5EF4-FFF2-40B4-BE49-F238E27FC236}">
                <a16:creationId xmlns:a16="http://schemas.microsoft.com/office/drawing/2014/main" id="{EA1558ED-C191-4B0F-9392-D7457A562E3F}"/>
              </a:ext>
            </a:extLst>
          </p:cNvPr>
          <p:cNvPicPr>
            <a:picLocks noChangeAspect="1"/>
          </p:cNvPicPr>
          <p:nvPr userDrawn="1"/>
        </p:nvPicPr>
        <p:blipFill>
          <a:blip r:embed="rId3"/>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1694644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Columns_No subheader">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882BC216-C45A-338A-9655-401B85700EBF}"/>
              </a:ext>
            </a:extLst>
          </p:cNvPr>
          <p:cNvPicPr>
            <a:picLocks noChangeAspect="1"/>
          </p:cNvPicPr>
          <p:nvPr userDrawn="1"/>
        </p:nvPicPr>
        <p:blipFill rotWithShape="1">
          <a:blip r:embed="rId2"/>
          <a:srcRect b="7893"/>
          <a:stretch/>
        </p:blipFill>
        <p:spPr>
          <a:xfrm>
            <a:off x="-1" y="0"/>
            <a:ext cx="12192001" cy="6316704"/>
          </a:xfrm>
          <a:prstGeom prst="rect">
            <a:avLst/>
          </a:prstGeom>
        </p:spPr>
      </p:pic>
      <p:sp>
        <p:nvSpPr>
          <p:cNvPr id="2" name="Content Placeholder 3">
            <a:extLst>
              <a:ext uri="{FF2B5EF4-FFF2-40B4-BE49-F238E27FC236}">
                <a16:creationId xmlns:a16="http://schemas.microsoft.com/office/drawing/2014/main" id="{6D0995C9-0501-6798-C4CC-660AA968E473}"/>
              </a:ext>
            </a:extLst>
          </p:cNvPr>
          <p:cNvSpPr>
            <a:spLocks noGrp="1"/>
          </p:cNvSpPr>
          <p:nvPr>
            <p:ph sz="half" idx="2"/>
          </p:nvPr>
        </p:nvSpPr>
        <p:spPr>
          <a:xfrm>
            <a:off x="463064" y="1141200"/>
            <a:ext cx="5076000" cy="5175504"/>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3" name="Content Placeholder 5">
            <a:extLst>
              <a:ext uri="{FF2B5EF4-FFF2-40B4-BE49-F238E27FC236}">
                <a16:creationId xmlns:a16="http://schemas.microsoft.com/office/drawing/2014/main" id="{667110BA-1155-7DE6-8ED3-022FC53349A9}"/>
              </a:ext>
            </a:extLst>
          </p:cNvPr>
          <p:cNvSpPr>
            <a:spLocks noGrp="1"/>
          </p:cNvSpPr>
          <p:nvPr>
            <p:ph sz="quarter" idx="4"/>
          </p:nvPr>
        </p:nvSpPr>
        <p:spPr>
          <a:xfrm>
            <a:off x="5700030" y="1141200"/>
            <a:ext cx="5076000" cy="5175504"/>
          </a:xfrm>
        </p:spPr>
        <p:txBody>
          <a:bodyPr/>
          <a:lstStyle>
            <a:lvl1pPr>
              <a:defRPr/>
            </a:lvl1pPr>
            <a:lvl2pPr>
              <a:defRPr/>
            </a:lvl2pPr>
            <a:lvl3pPr>
              <a:defRPr/>
            </a:lvl3pPr>
          </a:lstStyle>
          <a:p>
            <a:pPr lvl="0"/>
            <a:r>
              <a:rPr lang="en-US"/>
              <a:t>Click to edit Master text styles</a:t>
            </a:r>
          </a:p>
          <a:p>
            <a:pPr lvl="1"/>
            <a:r>
              <a:rPr lang="en-US"/>
              <a:t>Second level</a:t>
            </a:r>
          </a:p>
          <a:p>
            <a:pPr lvl="2"/>
            <a:r>
              <a:rPr lang="en-US"/>
              <a:t>Third level</a:t>
            </a:r>
          </a:p>
        </p:txBody>
      </p:sp>
      <p:sp>
        <p:nvSpPr>
          <p:cNvPr id="5" name="Title 8">
            <a:extLst>
              <a:ext uri="{FF2B5EF4-FFF2-40B4-BE49-F238E27FC236}">
                <a16:creationId xmlns:a16="http://schemas.microsoft.com/office/drawing/2014/main" id="{A6A3EF61-295F-E8AB-FDD3-D29EE7C3E3BE}"/>
              </a:ext>
            </a:extLst>
          </p:cNvPr>
          <p:cNvSpPr>
            <a:spLocks noGrp="1"/>
          </p:cNvSpPr>
          <p:nvPr>
            <p:ph type="title" hasCustomPrompt="1"/>
          </p:nvPr>
        </p:nvSpPr>
        <p:spPr>
          <a:xfrm>
            <a:off x="463064" y="190955"/>
            <a:ext cx="10312966" cy="897618"/>
          </a:xfrm>
        </p:spPr>
        <p:txBody>
          <a:bodyPr/>
          <a:lstStyle>
            <a:lvl1pPr>
              <a:defRPr/>
            </a:lvl1pPr>
          </a:lstStyle>
          <a:p>
            <a:r>
              <a:rPr lang="en-US"/>
              <a:t>Content slide title to go here</a:t>
            </a:r>
          </a:p>
        </p:txBody>
      </p:sp>
      <p:sp>
        <p:nvSpPr>
          <p:cNvPr id="4" name="Footer Placeholder 4">
            <a:extLst>
              <a:ext uri="{FF2B5EF4-FFF2-40B4-BE49-F238E27FC236}">
                <a16:creationId xmlns:a16="http://schemas.microsoft.com/office/drawing/2014/main" id="{F3115882-898A-33F4-A18B-981868ADCDC3}"/>
              </a:ext>
            </a:extLst>
          </p:cNvPr>
          <p:cNvSpPr>
            <a:spLocks noGrp="1"/>
          </p:cNvSpPr>
          <p:nvPr>
            <p:ph type="ftr" sz="quarter" idx="11"/>
          </p:nvPr>
        </p:nvSpPr>
        <p:spPr>
          <a:xfrm>
            <a:off x="463066" y="6372000"/>
            <a:ext cx="10312965" cy="432000"/>
          </a:xfrm>
        </p:spPr>
        <p:txBody>
          <a:bodyPr anchor="b"/>
          <a:lstStyle>
            <a:lvl1pPr algn="l">
              <a:defRPr sz="900">
                <a:solidFill>
                  <a:schemeClr val="bg1">
                    <a:lumMod val="50000"/>
                  </a:schemeClr>
                </a:solidFill>
              </a:defRPr>
            </a:lvl1pPr>
          </a:lstStyle>
          <a:p>
            <a:r>
              <a:rPr lang="en-US"/>
              <a:t>Footer here</a:t>
            </a:r>
          </a:p>
        </p:txBody>
      </p:sp>
      <p:pic>
        <p:nvPicPr>
          <p:cNvPr id="6" name="Picture 5" descr="A purple letters on a black background&#10;&#10;Description automatically generated">
            <a:extLst>
              <a:ext uri="{FF2B5EF4-FFF2-40B4-BE49-F238E27FC236}">
                <a16:creationId xmlns:a16="http://schemas.microsoft.com/office/drawing/2014/main" id="{45D98A52-B9DB-1641-99F9-A70E1668CDED}"/>
              </a:ext>
            </a:extLst>
          </p:cNvPr>
          <p:cNvPicPr>
            <a:picLocks noChangeAspect="1"/>
          </p:cNvPicPr>
          <p:nvPr userDrawn="1"/>
        </p:nvPicPr>
        <p:blipFill>
          <a:blip r:embed="rId3"/>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3868576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atient case_Option 1">
    <p:spTree>
      <p:nvGrpSpPr>
        <p:cNvPr id="1" name=""/>
        <p:cNvGrpSpPr/>
        <p:nvPr/>
      </p:nvGrpSpPr>
      <p:grpSpPr>
        <a:xfrm>
          <a:off x="0" y="0"/>
          <a:ext cx="0" cy="0"/>
          <a:chOff x="0" y="0"/>
          <a:chExt cx="0" cy="0"/>
        </a:xfrm>
      </p:grpSpPr>
      <p:pic>
        <p:nvPicPr>
          <p:cNvPr id="3" name="Picture 2" descr="A white background with black dots&#10;&#10;Description automatically generated">
            <a:extLst>
              <a:ext uri="{FF2B5EF4-FFF2-40B4-BE49-F238E27FC236}">
                <a16:creationId xmlns:a16="http://schemas.microsoft.com/office/drawing/2014/main" id="{6CA314BC-3822-2379-205E-E899F2D26278}"/>
              </a:ext>
            </a:extLst>
          </p:cNvPr>
          <p:cNvPicPr>
            <a:picLocks noChangeAspect="1"/>
          </p:cNvPicPr>
          <p:nvPr userDrawn="1"/>
        </p:nvPicPr>
        <p:blipFill rotWithShape="1">
          <a:blip r:embed="rId2"/>
          <a:srcRect b="7878"/>
          <a:stretch/>
        </p:blipFill>
        <p:spPr>
          <a:xfrm>
            <a:off x="-1" y="2"/>
            <a:ext cx="12192001" cy="6317761"/>
          </a:xfrm>
          <a:prstGeom prst="rect">
            <a:avLst/>
          </a:prstGeom>
        </p:spPr>
      </p:pic>
      <p:grpSp>
        <p:nvGrpSpPr>
          <p:cNvPr id="15" name="Group 14">
            <a:extLst>
              <a:ext uri="{FF2B5EF4-FFF2-40B4-BE49-F238E27FC236}">
                <a16:creationId xmlns:a16="http://schemas.microsoft.com/office/drawing/2014/main" id="{F70EA00B-7F21-0D47-8B6E-932FD8744238}"/>
              </a:ext>
            </a:extLst>
          </p:cNvPr>
          <p:cNvGrpSpPr/>
          <p:nvPr userDrawn="1"/>
        </p:nvGrpSpPr>
        <p:grpSpPr>
          <a:xfrm>
            <a:off x="-1" y="-1"/>
            <a:ext cx="2755900" cy="6858001"/>
            <a:chOff x="-1" y="-1"/>
            <a:chExt cx="2755900" cy="6858001"/>
          </a:xfrm>
        </p:grpSpPr>
        <p:sp>
          <p:nvSpPr>
            <p:cNvPr id="2" name="Rectangle 1">
              <a:extLst>
                <a:ext uri="{FF2B5EF4-FFF2-40B4-BE49-F238E27FC236}">
                  <a16:creationId xmlns:a16="http://schemas.microsoft.com/office/drawing/2014/main" id="{3AA2B394-C794-360E-5D4C-AF0BC190F5EC}"/>
                </a:ext>
              </a:extLst>
            </p:cNvPr>
            <p:cNvSpPr/>
            <p:nvPr userDrawn="1"/>
          </p:nvSpPr>
          <p:spPr>
            <a:xfrm>
              <a:off x="-1" y="-1"/>
              <a:ext cx="2755900" cy="6858001"/>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9" name="Picture 8" descr="A blue background with a triangle&#10;&#10;Description automatically generated">
              <a:extLst>
                <a:ext uri="{FF2B5EF4-FFF2-40B4-BE49-F238E27FC236}">
                  <a16:creationId xmlns:a16="http://schemas.microsoft.com/office/drawing/2014/main" id="{F7F77305-E0A5-A0C9-9C61-72DA303F5FDB}"/>
                </a:ext>
              </a:extLst>
            </p:cNvPr>
            <p:cNvPicPr>
              <a:picLocks noChangeAspect="1"/>
            </p:cNvPicPr>
            <p:nvPr userDrawn="1"/>
          </p:nvPicPr>
          <p:blipFill rotWithShape="1">
            <a:blip r:embed="rId3"/>
            <a:srcRect l="5687" b="1874"/>
            <a:stretch/>
          </p:blipFill>
          <p:spPr>
            <a:xfrm>
              <a:off x="156753" y="0"/>
              <a:ext cx="2599146" cy="6729443"/>
            </a:xfrm>
            <a:prstGeom prst="rect">
              <a:avLst/>
            </a:prstGeom>
            <a:effectLst/>
          </p:spPr>
        </p:pic>
      </p:grpSp>
      <p:sp>
        <p:nvSpPr>
          <p:cNvPr id="11" name="Text Placeholder 3">
            <a:extLst>
              <a:ext uri="{FF2B5EF4-FFF2-40B4-BE49-F238E27FC236}">
                <a16:creationId xmlns:a16="http://schemas.microsoft.com/office/drawing/2014/main" id="{45210AB4-AAB9-BB66-1267-39E2E132DF57}"/>
              </a:ext>
            </a:extLst>
          </p:cNvPr>
          <p:cNvSpPr>
            <a:spLocks noGrp="1"/>
          </p:cNvSpPr>
          <p:nvPr userDrawn="1">
            <p:ph type="body" sz="half" idx="2" hasCustomPrompt="1"/>
          </p:nvPr>
        </p:nvSpPr>
        <p:spPr>
          <a:xfrm>
            <a:off x="255403" y="2541529"/>
            <a:ext cx="2208946" cy="447859"/>
          </a:xfrm>
        </p:spPr>
        <p:txBody>
          <a:bodyPr anchor="b">
            <a:normAutofit/>
          </a:bodyPr>
          <a:lstStyle>
            <a:lvl1pPr marL="0" indent="0" algn="ctr">
              <a:buNone/>
              <a:defRPr sz="14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 styles</a:t>
            </a:r>
          </a:p>
        </p:txBody>
      </p:sp>
      <p:sp>
        <p:nvSpPr>
          <p:cNvPr id="12" name="Text Placeholder 3">
            <a:extLst>
              <a:ext uri="{FF2B5EF4-FFF2-40B4-BE49-F238E27FC236}">
                <a16:creationId xmlns:a16="http://schemas.microsoft.com/office/drawing/2014/main" id="{4CC9B182-7A35-4844-D924-CA646AD22A26}"/>
              </a:ext>
            </a:extLst>
          </p:cNvPr>
          <p:cNvSpPr>
            <a:spLocks noGrp="1"/>
          </p:cNvSpPr>
          <p:nvPr userDrawn="1">
            <p:ph type="body" sz="half" idx="12" hasCustomPrompt="1"/>
          </p:nvPr>
        </p:nvSpPr>
        <p:spPr>
          <a:xfrm>
            <a:off x="255403" y="3057344"/>
            <a:ext cx="2208946" cy="447859"/>
          </a:xfrm>
        </p:spPr>
        <p:txBody>
          <a:bodyPr>
            <a:normAutofit/>
          </a:bodyPr>
          <a:lstStyle>
            <a:lvl1pPr marL="0" indent="0" algn="ctr">
              <a:buNone/>
              <a:defRPr sz="1400">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 styles</a:t>
            </a:r>
          </a:p>
        </p:txBody>
      </p:sp>
      <p:sp>
        <p:nvSpPr>
          <p:cNvPr id="14" name="Content Placeholder 2">
            <a:extLst>
              <a:ext uri="{FF2B5EF4-FFF2-40B4-BE49-F238E27FC236}">
                <a16:creationId xmlns:a16="http://schemas.microsoft.com/office/drawing/2014/main" id="{9EB77073-6984-F5B1-C694-775C4B8E4B47}"/>
              </a:ext>
            </a:extLst>
          </p:cNvPr>
          <p:cNvSpPr>
            <a:spLocks noGrp="1"/>
          </p:cNvSpPr>
          <p:nvPr userDrawn="1">
            <p:ph idx="1" hasCustomPrompt="1"/>
          </p:nvPr>
        </p:nvSpPr>
        <p:spPr>
          <a:xfrm>
            <a:off x="2983520" y="1209776"/>
            <a:ext cx="7792510" cy="5110906"/>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3668639A-54B2-E2B0-094D-1534877E8CCE}"/>
              </a:ext>
            </a:extLst>
          </p:cNvPr>
          <p:cNvSpPr>
            <a:spLocks noGrp="1"/>
          </p:cNvSpPr>
          <p:nvPr>
            <p:ph type="body" sz="half" idx="13" hasCustomPrompt="1"/>
          </p:nvPr>
        </p:nvSpPr>
        <p:spPr>
          <a:xfrm>
            <a:off x="255403" y="6374922"/>
            <a:ext cx="2208946" cy="428841"/>
          </a:xfrm>
        </p:spPr>
        <p:txBody>
          <a:bodyPr anchor="b">
            <a:normAutofit/>
          </a:bodyPr>
          <a:lstStyle>
            <a:lvl1pPr marL="0" indent="0" algn="l">
              <a:buNone/>
              <a:defRPr sz="900">
                <a:solidFill>
                  <a:schemeClr val="bg1">
                    <a:lumMod val="85000"/>
                  </a:schemeClr>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r>
              <a:rPr lang="en-US">
                <a:solidFill>
                  <a:schemeClr val="bg1"/>
                </a:solidFill>
              </a:rPr>
              <a:t>Abbreviations here </a:t>
            </a:r>
          </a:p>
        </p:txBody>
      </p:sp>
      <p:sp>
        <p:nvSpPr>
          <p:cNvPr id="7" name="Title 8">
            <a:extLst>
              <a:ext uri="{FF2B5EF4-FFF2-40B4-BE49-F238E27FC236}">
                <a16:creationId xmlns:a16="http://schemas.microsoft.com/office/drawing/2014/main" id="{9A592DF1-AF9F-37B6-8E8E-19BF6C03C12B}"/>
              </a:ext>
            </a:extLst>
          </p:cNvPr>
          <p:cNvSpPr>
            <a:spLocks noGrp="1"/>
          </p:cNvSpPr>
          <p:nvPr userDrawn="1">
            <p:ph type="title" hasCustomPrompt="1"/>
          </p:nvPr>
        </p:nvSpPr>
        <p:spPr>
          <a:xfrm>
            <a:off x="2983520" y="190955"/>
            <a:ext cx="7792510" cy="897618"/>
          </a:xfrm>
        </p:spPr>
        <p:txBody>
          <a:bodyPr/>
          <a:lstStyle>
            <a:lvl1pPr>
              <a:defRPr/>
            </a:lvl1pPr>
          </a:lstStyle>
          <a:p>
            <a:r>
              <a:rPr lang="en-US"/>
              <a:t>Patient case study</a:t>
            </a:r>
          </a:p>
        </p:txBody>
      </p:sp>
      <p:sp>
        <p:nvSpPr>
          <p:cNvPr id="13" name="Picture Placeholder 12">
            <a:extLst>
              <a:ext uri="{FF2B5EF4-FFF2-40B4-BE49-F238E27FC236}">
                <a16:creationId xmlns:a16="http://schemas.microsoft.com/office/drawing/2014/main" id="{EC04F863-0894-1348-FA42-C7B6BDACB59D}"/>
              </a:ext>
            </a:extLst>
          </p:cNvPr>
          <p:cNvSpPr>
            <a:spLocks noGrp="1"/>
          </p:cNvSpPr>
          <p:nvPr userDrawn="1">
            <p:ph type="pic" sz="quarter" idx="14"/>
          </p:nvPr>
        </p:nvSpPr>
        <p:spPr>
          <a:xfrm>
            <a:off x="407011" y="502647"/>
            <a:ext cx="1928813" cy="1928812"/>
          </a:xfrm>
          <a:prstGeom prst="ellipse">
            <a:avLst/>
          </a:prstGeom>
          <a:solidFill>
            <a:schemeClr val="bg2"/>
          </a:solidFill>
        </p:spPr>
        <p:txBody>
          <a:bodyPr>
            <a:normAutofit/>
          </a:bodyPr>
          <a:lstStyle>
            <a:lvl1pPr marL="0" indent="0">
              <a:buNone/>
              <a:defRPr sz="1400"/>
            </a:lvl1pPr>
          </a:lstStyle>
          <a:p>
            <a:endParaRPr lang="en-GB"/>
          </a:p>
        </p:txBody>
      </p:sp>
      <p:sp>
        <p:nvSpPr>
          <p:cNvPr id="5" name="Footer Placeholder 4">
            <a:extLst>
              <a:ext uri="{FF2B5EF4-FFF2-40B4-BE49-F238E27FC236}">
                <a16:creationId xmlns:a16="http://schemas.microsoft.com/office/drawing/2014/main" id="{042A179E-266D-69A3-8F97-FC1692B9371E}"/>
              </a:ext>
            </a:extLst>
          </p:cNvPr>
          <p:cNvSpPr>
            <a:spLocks noGrp="1"/>
          </p:cNvSpPr>
          <p:nvPr>
            <p:ph type="ftr" sz="quarter" idx="11"/>
          </p:nvPr>
        </p:nvSpPr>
        <p:spPr>
          <a:xfrm>
            <a:off x="2983520" y="6372000"/>
            <a:ext cx="7792510" cy="432000"/>
          </a:xfrm>
        </p:spPr>
        <p:txBody>
          <a:bodyPr anchor="b"/>
          <a:lstStyle>
            <a:lvl1pPr algn="l">
              <a:defRPr sz="900">
                <a:solidFill>
                  <a:schemeClr val="bg1">
                    <a:lumMod val="50000"/>
                  </a:schemeClr>
                </a:solidFill>
              </a:defRPr>
            </a:lvl1pPr>
          </a:lstStyle>
          <a:p>
            <a:r>
              <a:rPr lang="en-US"/>
              <a:t>Footer here</a:t>
            </a:r>
          </a:p>
        </p:txBody>
      </p:sp>
      <p:pic>
        <p:nvPicPr>
          <p:cNvPr id="6" name="Picture 5" descr="A purple letters on a black background&#10;&#10;Description automatically generated">
            <a:extLst>
              <a:ext uri="{FF2B5EF4-FFF2-40B4-BE49-F238E27FC236}">
                <a16:creationId xmlns:a16="http://schemas.microsoft.com/office/drawing/2014/main" id="{F5F8EC3B-B5B6-8D9D-0F81-DE9767A11761}"/>
              </a:ext>
            </a:extLst>
          </p:cNvPr>
          <p:cNvPicPr>
            <a:picLocks noChangeAspect="1"/>
          </p:cNvPicPr>
          <p:nvPr userDrawn="1"/>
        </p:nvPicPr>
        <p:blipFill>
          <a:blip r:embed="rId4"/>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9192355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atient case_Option 2">
    <p:spTree>
      <p:nvGrpSpPr>
        <p:cNvPr id="1" name=""/>
        <p:cNvGrpSpPr/>
        <p:nvPr/>
      </p:nvGrpSpPr>
      <p:grpSpPr>
        <a:xfrm>
          <a:off x="0" y="0"/>
          <a:ext cx="0" cy="0"/>
          <a:chOff x="0" y="0"/>
          <a:chExt cx="0" cy="0"/>
        </a:xfrm>
      </p:grpSpPr>
      <p:pic>
        <p:nvPicPr>
          <p:cNvPr id="3" name="Picture 2" descr="A white background with black dots&#10;&#10;Description automatically generated">
            <a:extLst>
              <a:ext uri="{FF2B5EF4-FFF2-40B4-BE49-F238E27FC236}">
                <a16:creationId xmlns:a16="http://schemas.microsoft.com/office/drawing/2014/main" id="{6CA314BC-3822-2379-205E-E899F2D26278}"/>
              </a:ext>
            </a:extLst>
          </p:cNvPr>
          <p:cNvPicPr>
            <a:picLocks noChangeAspect="1"/>
          </p:cNvPicPr>
          <p:nvPr userDrawn="1"/>
        </p:nvPicPr>
        <p:blipFill rotWithShape="1">
          <a:blip r:embed="rId2"/>
          <a:srcRect b="8136"/>
          <a:stretch/>
        </p:blipFill>
        <p:spPr>
          <a:xfrm>
            <a:off x="-6988" y="-2589"/>
            <a:ext cx="12192001" cy="6300031"/>
          </a:xfrm>
          <a:prstGeom prst="rect">
            <a:avLst/>
          </a:prstGeom>
        </p:spPr>
      </p:pic>
      <p:sp>
        <p:nvSpPr>
          <p:cNvPr id="5" name="Rectangle 4">
            <a:extLst>
              <a:ext uri="{FF2B5EF4-FFF2-40B4-BE49-F238E27FC236}">
                <a16:creationId xmlns:a16="http://schemas.microsoft.com/office/drawing/2014/main" id="{456EB608-3F58-56D0-EC70-70C7A485F813}"/>
              </a:ext>
            </a:extLst>
          </p:cNvPr>
          <p:cNvSpPr/>
          <p:nvPr userDrawn="1"/>
        </p:nvSpPr>
        <p:spPr>
          <a:xfrm>
            <a:off x="1" y="0"/>
            <a:ext cx="2755901" cy="6858000"/>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19" name="Picture 18" descr="A screenshot of a cell phone&#10;&#10;Description automatically generated">
            <a:extLst>
              <a:ext uri="{FF2B5EF4-FFF2-40B4-BE49-F238E27FC236}">
                <a16:creationId xmlns:a16="http://schemas.microsoft.com/office/drawing/2014/main" id="{65D9C21E-0DDC-767B-104F-2528926F8C3B}"/>
              </a:ext>
            </a:extLst>
          </p:cNvPr>
          <p:cNvPicPr>
            <a:picLocks noChangeAspect="1"/>
          </p:cNvPicPr>
          <p:nvPr userDrawn="1"/>
        </p:nvPicPr>
        <p:blipFill rotWithShape="1">
          <a:blip r:embed="rId3"/>
          <a:srcRect l="4200" t="1" b="1875"/>
          <a:stretch/>
        </p:blipFill>
        <p:spPr>
          <a:xfrm>
            <a:off x="115747" y="-1"/>
            <a:ext cx="2640154" cy="6729443"/>
          </a:xfrm>
          <a:prstGeom prst="rect">
            <a:avLst/>
          </a:prstGeom>
          <a:effectLst/>
        </p:spPr>
      </p:pic>
      <p:sp>
        <p:nvSpPr>
          <p:cNvPr id="11" name="Text Placeholder 3">
            <a:extLst>
              <a:ext uri="{FF2B5EF4-FFF2-40B4-BE49-F238E27FC236}">
                <a16:creationId xmlns:a16="http://schemas.microsoft.com/office/drawing/2014/main" id="{45210AB4-AAB9-BB66-1267-39E2E132DF57}"/>
              </a:ext>
            </a:extLst>
          </p:cNvPr>
          <p:cNvSpPr>
            <a:spLocks noGrp="1"/>
          </p:cNvSpPr>
          <p:nvPr userDrawn="1">
            <p:ph type="body" sz="half" idx="2" hasCustomPrompt="1"/>
          </p:nvPr>
        </p:nvSpPr>
        <p:spPr>
          <a:xfrm>
            <a:off x="255403" y="2541529"/>
            <a:ext cx="2208946" cy="447859"/>
          </a:xfrm>
        </p:spPr>
        <p:txBody>
          <a:bodyPr anchor="b">
            <a:normAutofit/>
          </a:bodyPr>
          <a:lstStyle>
            <a:lvl1pPr marL="0" indent="0" algn="ctr">
              <a:buNone/>
              <a:defRPr sz="14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 styles</a:t>
            </a:r>
          </a:p>
        </p:txBody>
      </p:sp>
      <p:sp>
        <p:nvSpPr>
          <p:cNvPr id="12" name="Text Placeholder 3">
            <a:extLst>
              <a:ext uri="{FF2B5EF4-FFF2-40B4-BE49-F238E27FC236}">
                <a16:creationId xmlns:a16="http://schemas.microsoft.com/office/drawing/2014/main" id="{4CC9B182-7A35-4844-D924-CA646AD22A26}"/>
              </a:ext>
            </a:extLst>
          </p:cNvPr>
          <p:cNvSpPr>
            <a:spLocks noGrp="1"/>
          </p:cNvSpPr>
          <p:nvPr userDrawn="1">
            <p:ph type="body" sz="half" idx="12" hasCustomPrompt="1"/>
          </p:nvPr>
        </p:nvSpPr>
        <p:spPr>
          <a:xfrm>
            <a:off x="255403" y="3057344"/>
            <a:ext cx="2208946" cy="447859"/>
          </a:xfrm>
        </p:spPr>
        <p:txBody>
          <a:bodyPr>
            <a:normAutofit/>
          </a:bodyPr>
          <a:lstStyle>
            <a:lvl1pPr marL="0" indent="0" algn="ctr">
              <a:buNone/>
              <a:defRPr sz="1400">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 styles</a:t>
            </a:r>
          </a:p>
        </p:txBody>
      </p:sp>
      <p:sp>
        <p:nvSpPr>
          <p:cNvPr id="10" name="Title 8">
            <a:extLst>
              <a:ext uri="{FF2B5EF4-FFF2-40B4-BE49-F238E27FC236}">
                <a16:creationId xmlns:a16="http://schemas.microsoft.com/office/drawing/2014/main" id="{5661C223-D9D3-8751-7B3D-04488E94F9DF}"/>
              </a:ext>
            </a:extLst>
          </p:cNvPr>
          <p:cNvSpPr>
            <a:spLocks noGrp="1"/>
          </p:cNvSpPr>
          <p:nvPr userDrawn="1">
            <p:ph type="title" hasCustomPrompt="1"/>
          </p:nvPr>
        </p:nvSpPr>
        <p:spPr>
          <a:xfrm>
            <a:off x="2983520" y="190955"/>
            <a:ext cx="7792510" cy="897618"/>
          </a:xfrm>
        </p:spPr>
        <p:txBody>
          <a:bodyPr/>
          <a:lstStyle>
            <a:lvl1pPr>
              <a:defRPr/>
            </a:lvl1pPr>
          </a:lstStyle>
          <a:p>
            <a:r>
              <a:rPr lang="en-US"/>
              <a:t>Patient case study</a:t>
            </a:r>
          </a:p>
        </p:txBody>
      </p:sp>
      <p:sp>
        <p:nvSpPr>
          <p:cNvPr id="6" name="Picture Placeholder 5">
            <a:extLst>
              <a:ext uri="{FF2B5EF4-FFF2-40B4-BE49-F238E27FC236}">
                <a16:creationId xmlns:a16="http://schemas.microsoft.com/office/drawing/2014/main" id="{0BBC116E-E980-F87A-EA74-CF09D60B0CA9}"/>
              </a:ext>
            </a:extLst>
          </p:cNvPr>
          <p:cNvSpPr>
            <a:spLocks noGrp="1"/>
          </p:cNvSpPr>
          <p:nvPr userDrawn="1">
            <p:ph type="pic" sz="quarter" idx="14"/>
          </p:nvPr>
        </p:nvSpPr>
        <p:spPr>
          <a:xfrm>
            <a:off x="406526" y="502920"/>
            <a:ext cx="1925195" cy="1926000"/>
          </a:xfrm>
          <a:prstGeom prst="ellipse">
            <a:avLst/>
          </a:prstGeom>
          <a:solidFill>
            <a:schemeClr val="bg2"/>
          </a:solidFill>
        </p:spPr>
        <p:txBody>
          <a:bodyPr>
            <a:normAutofit/>
          </a:bodyPr>
          <a:lstStyle>
            <a:lvl1pPr marL="0" indent="0">
              <a:buNone/>
              <a:defRPr sz="1400"/>
            </a:lvl1pPr>
          </a:lstStyle>
          <a:p>
            <a:endParaRPr lang="en-GB"/>
          </a:p>
        </p:txBody>
      </p:sp>
      <p:sp>
        <p:nvSpPr>
          <p:cNvPr id="2" name="Text Placeholder 3">
            <a:extLst>
              <a:ext uri="{FF2B5EF4-FFF2-40B4-BE49-F238E27FC236}">
                <a16:creationId xmlns:a16="http://schemas.microsoft.com/office/drawing/2014/main" id="{E995397E-83A3-5C55-ABF7-BC4D031BDAB6}"/>
              </a:ext>
            </a:extLst>
          </p:cNvPr>
          <p:cNvSpPr>
            <a:spLocks noGrp="1"/>
          </p:cNvSpPr>
          <p:nvPr>
            <p:ph type="body" sz="half" idx="13" hasCustomPrompt="1"/>
          </p:nvPr>
        </p:nvSpPr>
        <p:spPr>
          <a:xfrm>
            <a:off x="255403" y="6372000"/>
            <a:ext cx="2208946" cy="432000"/>
          </a:xfrm>
        </p:spPr>
        <p:txBody>
          <a:bodyPr anchor="b">
            <a:normAutofit/>
          </a:bodyPr>
          <a:lstStyle>
            <a:lvl1pPr marL="0" indent="0" algn="l">
              <a:buNone/>
              <a:defRPr sz="900">
                <a:solidFill>
                  <a:schemeClr val="bg1">
                    <a:lumMod val="85000"/>
                  </a:schemeClr>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r>
              <a:rPr lang="en-US">
                <a:solidFill>
                  <a:schemeClr val="bg1"/>
                </a:solidFill>
              </a:rPr>
              <a:t>Abbreviations here </a:t>
            </a:r>
          </a:p>
        </p:txBody>
      </p:sp>
      <p:sp>
        <p:nvSpPr>
          <p:cNvPr id="7" name="Content Placeholder 2">
            <a:extLst>
              <a:ext uri="{FF2B5EF4-FFF2-40B4-BE49-F238E27FC236}">
                <a16:creationId xmlns:a16="http://schemas.microsoft.com/office/drawing/2014/main" id="{3FF24EFB-20F3-35EC-F400-CDC3787B92DD}"/>
              </a:ext>
            </a:extLst>
          </p:cNvPr>
          <p:cNvSpPr>
            <a:spLocks noGrp="1"/>
          </p:cNvSpPr>
          <p:nvPr>
            <p:ph idx="1" hasCustomPrompt="1"/>
          </p:nvPr>
        </p:nvSpPr>
        <p:spPr>
          <a:xfrm>
            <a:off x="2983520" y="1209777"/>
            <a:ext cx="7792510" cy="5113495"/>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8" name="Footer Placeholder 4">
            <a:extLst>
              <a:ext uri="{FF2B5EF4-FFF2-40B4-BE49-F238E27FC236}">
                <a16:creationId xmlns:a16="http://schemas.microsoft.com/office/drawing/2014/main" id="{49CC97FB-9BB9-3690-F640-A511FCFE6B6F}"/>
              </a:ext>
            </a:extLst>
          </p:cNvPr>
          <p:cNvSpPr>
            <a:spLocks noGrp="1"/>
          </p:cNvSpPr>
          <p:nvPr>
            <p:ph type="ftr" sz="quarter" idx="11"/>
          </p:nvPr>
        </p:nvSpPr>
        <p:spPr>
          <a:xfrm>
            <a:off x="2983520" y="6372000"/>
            <a:ext cx="7792510" cy="432000"/>
          </a:xfrm>
        </p:spPr>
        <p:txBody>
          <a:bodyPr anchor="b"/>
          <a:lstStyle>
            <a:lvl1pPr algn="l">
              <a:defRPr sz="900">
                <a:solidFill>
                  <a:schemeClr val="bg1">
                    <a:lumMod val="50000"/>
                  </a:schemeClr>
                </a:solidFill>
              </a:defRPr>
            </a:lvl1pPr>
          </a:lstStyle>
          <a:p>
            <a:r>
              <a:rPr lang="en-US"/>
              <a:t>Footer here</a:t>
            </a:r>
          </a:p>
        </p:txBody>
      </p:sp>
      <p:pic>
        <p:nvPicPr>
          <p:cNvPr id="4" name="Picture 3" descr="A purple letters on a black background&#10;&#10;Description automatically generated">
            <a:extLst>
              <a:ext uri="{FF2B5EF4-FFF2-40B4-BE49-F238E27FC236}">
                <a16:creationId xmlns:a16="http://schemas.microsoft.com/office/drawing/2014/main" id="{3539FAA2-9E63-CE05-E9B7-CB9E02F0EF8E}"/>
              </a:ext>
            </a:extLst>
          </p:cNvPr>
          <p:cNvPicPr>
            <a:picLocks noChangeAspect="1"/>
          </p:cNvPicPr>
          <p:nvPr userDrawn="1"/>
        </p:nvPicPr>
        <p:blipFill>
          <a:blip r:embed="rId4"/>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27796699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takeaways x4_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51F79B-52ED-5082-00B3-F968EFC148B7}"/>
              </a:ext>
            </a:extLst>
          </p:cNvPr>
          <p:cNvSpPr/>
          <p:nvPr userDrawn="1"/>
        </p:nvSpPr>
        <p:spPr>
          <a:xfrm>
            <a:off x="1"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17" name="Picture 16" descr="A blue and white kite&#10;&#10;Description automatically generated">
            <a:extLst>
              <a:ext uri="{FF2B5EF4-FFF2-40B4-BE49-F238E27FC236}">
                <a16:creationId xmlns:a16="http://schemas.microsoft.com/office/drawing/2014/main" id="{A46EE421-42EB-91A9-D792-C1B133B12574}"/>
              </a:ext>
            </a:extLst>
          </p:cNvPr>
          <p:cNvPicPr>
            <a:picLocks noChangeAspect="1"/>
          </p:cNvPicPr>
          <p:nvPr userDrawn="1"/>
        </p:nvPicPr>
        <p:blipFill>
          <a:blip r:embed="rId2"/>
          <a:stretch>
            <a:fillRect/>
          </a:stretch>
        </p:blipFill>
        <p:spPr>
          <a:xfrm>
            <a:off x="1" y="0"/>
            <a:ext cx="12192000" cy="6858000"/>
          </a:xfrm>
          <a:prstGeom prst="rect">
            <a:avLst/>
          </a:prstGeom>
        </p:spPr>
      </p:pic>
      <p:sp>
        <p:nvSpPr>
          <p:cNvPr id="8" name="Title 8">
            <a:extLst>
              <a:ext uri="{FF2B5EF4-FFF2-40B4-BE49-F238E27FC236}">
                <a16:creationId xmlns:a16="http://schemas.microsoft.com/office/drawing/2014/main" id="{199EB14D-ADBC-5530-58AA-5FDFF71D825E}"/>
              </a:ext>
            </a:extLst>
          </p:cNvPr>
          <p:cNvSpPr>
            <a:spLocks noGrp="1"/>
          </p:cNvSpPr>
          <p:nvPr>
            <p:ph type="title" hasCustomPrompt="1"/>
          </p:nvPr>
        </p:nvSpPr>
        <p:spPr>
          <a:xfrm>
            <a:off x="463064" y="190800"/>
            <a:ext cx="8416777" cy="896400"/>
          </a:xfrm>
        </p:spPr>
        <p:txBody>
          <a:bodyPr/>
          <a:lstStyle>
            <a:lvl1pPr>
              <a:defRPr>
                <a:solidFill>
                  <a:srgbClr val="00FDFD"/>
                </a:solidFill>
              </a:defRPr>
            </a:lvl1pPr>
          </a:lstStyle>
          <a:p>
            <a:r>
              <a:rPr lang="en-US"/>
              <a:t>Key Takeaways</a:t>
            </a:r>
          </a:p>
        </p:txBody>
      </p:sp>
      <p:pic>
        <p:nvPicPr>
          <p:cNvPr id="18" name="Picture 17">
            <a:extLst>
              <a:ext uri="{FF2B5EF4-FFF2-40B4-BE49-F238E27FC236}">
                <a16:creationId xmlns:a16="http://schemas.microsoft.com/office/drawing/2014/main" id="{C4B53404-7C30-0076-957B-73B276B62635}"/>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2" name="Text Placeholder 3">
            <a:extLst>
              <a:ext uri="{FF2B5EF4-FFF2-40B4-BE49-F238E27FC236}">
                <a16:creationId xmlns:a16="http://schemas.microsoft.com/office/drawing/2014/main" id="{BF15712C-48BA-87EA-B088-02829BAE558C}"/>
              </a:ext>
            </a:extLst>
          </p:cNvPr>
          <p:cNvSpPr>
            <a:spLocks noGrp="1"/>
          </p:cNvSpPr>
          <p:nvPr>
            <p:ph type="body" sz="half" idx="2" hasCustomPrompt="1"/>
          </p:nvPr>
        </p:nvSpPr>
        <p:spPr>
          <a:xfrm>
            <a:off x="463064"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5" name="Text Placeholder 3">
            <a:extLst>
              <a:ext uri="{FF2B5EF4-FFF2-40B4-BE49-F238E27FC236}">
                <a16:creationId xmlns:a16="http://schemas.microsoft.com/office/drawing/2014/main" id="{1D7C69E5-877B-84FC-5A03-9C067835AD75}"/>
              </a:ext>
            </a:extLst>
          </p:cNvPr>
          <p:cNvSpPr>
            <a:spLocks noGrp="1"/>
          </p:cNvSpPr>
          <p:nvPr>
            <p:ph type="body" sz="half" idx="12" hasCustomPrompt="1"/>
          </p:nvPr>
        </p:nvSpPr>
        <p:spPr>
          <a:xfrm>
            <a:off x="2834054"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6" name="Text Placeholder 3">
            <a:extLst>
              <a:ext uri="{FF2B5EF4-FFF2-40B4-BE49-F238E27FC236}">
                <a16:creationId xmlns:a16="http://schemas.microsoft.com/office/drawing/2014/main" id="{87E37818-E155-0CBA-FE5A-17B7037D0690}"/>
              </a:ext>
            </a:extLst>
          </p:cNvPr>
          <p:cNvSpPr>
            <a:spLocks noGrp="1"/>
          </p:cNvSpPr>
          <p:nvPr>
            <p:ph type="body" sz="half" idx="13" hasCustomPrompt="1"/>
          </p:nvPr>
        </p:nvSpPr>
        <p:spPr>
          <a:xfrm>
            <a:off x="5202117"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20" name="Text Placeholder 3">
            <a:extLst>
              <a:ext uri="{FF2B5EF4-FFF2-40B4-BE49-F238E27FC236}">
                <a16:creationId xmlns:a16="http://schemas.microsoft.com/office/drawing/2014/main" id="{9D423470-2F26-A4B4-0AAB-932A558E9580}"/>
              </a:ext>
            </a:extLst>
          </p:cNvPr>
          <p:cNvSpPr>
            <a:spLocks noGrp="1"/>
          </p:cNvSpPr>
          <p:nvPr>
            <p:ph type="body" sz="half" idx="14" hasCustomPrompt="1"/>
          </p:nvPr>
        </p:nvSpPr>
        <p:spPr>
          <a:xfrm>
            <a:off x="7581901"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22" name="Oval 21">
            <a:extLst>
              <a:ext uri="{FF2B5EF4-FFF2-40B4-BE49-F238E27FC236}">
                <a16:creationId xmlns:a16="http://schemas.microsoft.com/office/drawing/2014/main" id="{E4D975C4-A9AA-159C-FA19-31ABD36286FD}"/>
              </a:ext>
            </a:extLst>
          </p:cNvPr>
          <p:cNvSpPr/>
          <p:nvPr userDrawn="1"/>
        </p:nvSpPr>
        <p:spPr>
          <a:xfrm>
            <a:off x="861434" y="1897052"/>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24" name="Oval 23">
            <a:extLst>
              <a:ext uri="{FF2B5EF4-FFF2-40B4-BE49-F238E27FC236}">
                <a16:creationId xmlns:a16="http://schemas.microsoft.com/office/drawing/2014/main" id="{74B24FD5-AA34-2AB8-8A5C-E4BA02AA15B7}"/>
              </a:ext>
            </a:extLst>
          </p:cNvPr>
          <p:cNvSpPr/>
          <p:nvPr userDrawn="1"/>
        </p:nvSpPr>
        <p:spPr>
          <a:xfrm>
            <a:off x="3232426" y="1897052"/>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25" name="Oval 24">
            <a:extLst>
              <a:ext uri="{FF2B5EF4-FFF2-40B4-BE49-F238E27FC236}">
                <a16:creationId xmlns:a16="http://schemas.microsoft.com/office/drawing/2014/main" id="{2154E472-7D40-F46F-FE46-D6A55DCBFBCA}"/>
              </a:ext>
            </a:extLst>
          </p:cNvPr>
          <p:cNvSpPr/>
          <p:nvPr userDrawn="1"/>
        </p:nvSpPr>
        <p:spPr>
          <a:xfrm>
            <a:off x="5603417" y="1897052"/>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26" name="Oval 25">
            <a:extLst>
              <a:ext uri="{FF2B5EF4-FFF2-40B4-BE49-F238E27FC236}">
                <a16:creationId xmlns:a16="http://schemas.microsoft.com/office/drawing/2014/main" id="{005250AE-7CEC-D985-7202-ECF98E3C0911}"/>
              </a:ext>
            </a:extLst>
          </p:cNvPr>
          <p:cNvSpPr/>
          <p:nvPr userDrawn="1"/>
        </p:nvSpPr>
        <p:spPr>
          <a:xfrm>
            <a:off x="7974406" y="1897052"/>
            <a:ext cx="1348153" cy="1348153"/>
          </a:xfrm>
          <a:prstGeom prst="ellipse">
            <a:avLst/>
          </a:prstGeom>
          <a:solidFill>
            <a:schemeClr val="accent2"/>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27" name="Picture Placeholder 14">
            <a:extLst>
              <a:ext uri="{FF2B5EF4-FFF2-40B4-BE49-F238E27FC236}">
                <a16:creationId xmlns:a16="http://schemas.microsoft.com/office/drawing/2014/main" id="{D778F878-D5B6-41FC-EE5C-D03828059A93}"/>
              </a:ext>
            </a:extLst>
          </p:cNvPr>
          <p:cNvSpPr>
            <a:spLocks noGrp="1"/>
          </p:cNvSpPr>
          <p:nvPr>
            <p:ph type="pic" sz="quarter" idx="15"/>
          </p:nvPr>
        </p:nvSpPr>
        <p:spPr>
          <a:xfrm>
            <a:off x="860941" y="1897485"/>
            <a:ext cx="1349375" cy="1347787"/>
          </a:xfrm>
          <a:prstGeom prst="ellipse">
            <a:avLst/>
          </a:prstGeom>
          <a:solidFill>
            <a:schemeClr val="accent2"/>
          </a:solidFill>
        </p:spPr>
        <p:txBody>
          <a:bodyPr anchor="ctr">
            <a:normAutofit/>
          </a:bodyPr>
          <a:lstStyle>
            <a:lvl1pPr marL="0" indent="0">
              <a:buNone/>
              <a:defRPr sz="1400"/>
            </a:lvl1pPr>
          </a:lstStyle>
          <a:p>
            <a:endParaRPr lang="en-GB"/>
          </a:p>
        </p:txBody>
      </p:sp>
      <p:sp>
        <p:nvSpPr>
          <p:cNvPr id="28" name="Picture Placeholder 16">
            <a:extLst>
              <a:ext uri="{FF2B5EF4-FFF2-40B4-BE49-F238E27FC236}">
                <a16:creationId xmlns:a16="http://schemas.microsoft.com/office/drawing/2014/main" id="{8191EB7A-237B-53D3-8114-265EBD3007A5}"/>
              </a:ext>
            </a:extLst>
          </p:cNvPr>
          <p:cNvSpPr>
            <a:spLocks noGrp="1"/>
          </p:cNvSpPr>
          <p:nvPr>
            <p:ph type="pic" sz="quarter" idx="16"/>
          </p:nvPr>
        </p:nvSpPr>
        <p:spPr>
          <a:xfrm>
            <a:off x="3232666" y="1897050"/>
            <a:ext cx="1347788" cy="1348220"/>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29" name="Picture Placeholder 19">
            <a:extLst>
              <a:ext uri="{FF2B5EF4-FFF2-40B4-BE49-F238E27FC236}">
                <a16:creationId xmlns:a16="http://schemas.microsoft.com/office/drawing/2014/main" id="{1D91FA07-CFC7-3042-4898-0A4BAF183115}"/>
              </a:ext>
            </a:extLst>
          </p:cNvPr>
          <p:cNvSpPr>
            <a:spLocks noGrp="1"/>
          </p:cNvSpPr>
          <p:nvPr>
            <p:ph type="pic" sz="quarter" idx="17"/>
          </p:nvPr>
        </p:nvSpPr>
        <p:spPr>
          <a:xfrm>
            <a:off x="5602804" y="1897485"/>
            <a:ext cx="1349375"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30" name="Picture Placeholder 21">
            <a:extLst>
              <a:ext uri="{FF2B5EF4-FFF2-40B4-BE49-F238E27FC236}">
                <a16:creationId xmlns:a16="http://schemas.microsoft.com/office/drawing/2014/main" id="{9C71D023-3962-68E3-D714-F9917D3FC828}"/>
              </a:ext>
            </a:extLst>
          </p:cNvPr>
          <p:cNvSpPr>
            <a:spLocks noGrp="1"/>
          </p:cNvSpPr>
          <p:nvPr>
            <p:ph type="pic" sz="quarter" idx="18"/>
          </p:nvPr>
        </p:nvSpPr>
        <p:spPr>
          <a:xfrm>
            <a:off x="7974528" y="1897485"/>
            <a:ext cx="1347787"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31" name="Footer Placeholder 4">
            <a:extLst>
              <a:ext uri="{FF2B5EF4-FFF2-40B4-BE49-F238E27FC236}">
                <a16:creationId xmlns:a16="http://schemas.microsoft.com/office/drawing/2014/main" id="{FFC1A9A4-F168-4B20-C56C-21C2CD119223}"/>
              </a:ext>
            </a:extLst>
          </p:cNvPr>
          <p:cNvSpPr>
            <a:spLocks noGrp="1"/>
          </p:cNvSpPr>
          <p:nvPr>
            <p:ph type="ftr" sz="quarter" idx="11"/>
          </p:nvPr>
        </p:nvSpPr>
        <p:spPr>
          <a:xfrm>
            <a:off x="463066"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10200876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Key takeaways x4_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51F79B-52ED-5082-00B3-F968EFC148B7}"/>
              </a:ext>
            </a:extLst>
          </p:cNvPr>
          <p:cNvSpPr/>
          <p:nvPr userDrawn="1"/>
        </p:nvSpPr>
        <p:spPr>
          <a:xfrm>
            <a:off x="1"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4" name="Picture 3" descr="A blue and white kite&#10;&#10;Description automatically generated">
            <a:extLst>
              <a:ext uri="{FF2B5EF4-FFF2-40B4-BE49-F238E27FC236}">
                <a16:creationId xmlns:a16="http://schemas.microsoft.com/office/drawing/2014/main" id="{03FF6C97-653A-8AC1-0396-F80E78C60C5C}"/>
              </a:ext>
            </a:extLst>
          </p:cNvPr>
          <p:cNvPicPr>
            <a:picLocks noChangeAspect="1"/>
          </p:cNvPicPr>
          <p:nvPr userDrawn="1"/>
        </p:nvPicPr>
        <p:blipFill>
          <a:blip r:embed="rId2"/>
          <a:stretch>
            <a:fillRect/>
          </a:stretch>
        </p:blipFill>
        <p:spPr>
          <a:xfrm>
            <a:off x="0" y="2"/>
            <a:ext cx="12191999" cy="6857999"/>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463064"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2" name="Text Placeholder 3">
            <a:extLst>
              <a:ext uri="{FF2B5EF4-FFF2-40B4-BE49-F238E27FC236}">
                <a16:creationId xmlns:a16="http://schemas.microsoft.com/office/drawing/2014/main" id="{ED2551E1-3D0B-52ED-47BB-ACF3D29FCBA9}"/>
              </a:ext>
            </a:extLst>
          </p:cNvPr>
          <p:cNvSpPr>
            <a:spLocks noGrp="1"/>
          </p:cNvSpPr>
          <p:nvPr>
            <p:ph type="body" sz="half" idx="12" hasCustomPrompt="1"/>
          </p:nvPr>
        </p:nvSpPr>
        <p:spPr>
          <a:xfrm>
            <a:off x="2834054"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5202117"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581901" y="342900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pic>
        <p:nvPicPr>
          <p:cNvPr id="18" name="Picture 17">
            <a:extLst>
              <a:ext uri="{FF2B5EF4-FFF2-40B4-BE49-F238E27FC236}">
                <a16:creationId xmlns:a16="http://schemas.microsoft.com/office/drawing/2014/main" id="{C4B53404-7C30-0076-957B-73B276B62635}"/>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6" name="Title 8">
            <a:extLst>
              <a:ext uri="{FF2B5EF4-FFF2-40B4-BE49-F238E27FC236}">
                <a16:creationId xmlns:a16="http://schemas.microsoft.com/office/drawing/2014/main" id="{F050E92B-E178-F4D1-0964-2BCB2CD95EA5}"/>
              </a:ext>
            </a:extLst>
          </p:cNvPr>
          <p:cNvSpPr>
            <a:spLocks noGrp="1"/>
          </p:cNvSpPr>
          <p:nvPr>
            <p:ph type="title" hasCustomPrompt="1"/>
          </p:nvPr>
        </p:nvSpPr>
        <p:spPr>
          <a:xfrm>
            <a:off x="463064" y="190800"/>
            <a:ext cx="8416777" cy="896400"/>
          </a:xfrm>
        </p:spPr>
        <p:txBody>
          <a:bodyPr/>
          <a:lstStyle>
            <a:lvl1pPr>
              <a:defRPr>
                <a:solidFill>
                  <a:srgbClr val="00FDFD"/>
                </a:solidFill>
              </a:defRPr>
            </a:lvl1pPr>
          </a:lstStyle>
          <a:p>
            <a:r>
              <a:rPr lang="en-US"/>
              <a:t>Key Takeaways</a:t>
            </a:r>
          </a:p>
        </p:txBody>
      </p:sp>
      <p:sp>
        <p:nvSpPr>
          <p:cNvPr id="5" name="Oval 4">
            <a:extLst>
              <a:ext uri="{FF2B5EF4-FFF2-40B4-BE49-F238E27FC236}">
                <a16:creationId xmlns:a16="http://schemas.microsoft.com/office/drawing/2014/main" id="{0EB9ED5D-2854-E036-7019-D890520CAA15}"/>
              </a:ext>
            </a:extLst>
          </p:cNvPr>
          <p:cNvSpPr/>
          <p:nvPr userDrawn="1"/>
        </p:nvSpPr>
        <p:spPr>
          <a:xfrm>
            <a:off x="861434" y="189705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5DBD5797-AE2F-7B78-A892-4D04B0DDFDF8}"/>
              </a:ext>
            </a:extLst>
          </p:cNvPr>
          <p:cNvSpPr/>
          <p:nvPr userDrawn="1"/>
        </p:nvSpPr>
        <p:spPr>
          <a:xfrm>
            <a:off x="3232426" y="189705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8" name="Oval 7">
            <a:extLst>
              <a:ext uri="{FF2B5EF4-FFF2-40B4-BE49-F238E27FC236}">
                <a16:creationId xmlns:a16="http://schemas.microsoft.com/office/drawing/2014/main" id="{E29C6742-C04F-E3A1-D337-3332F8107373}"/>
              </a:ext>
            </a:extLst>
          </p:cNvPr>
          <p:cNvSpPr/>
          <p:nvPr userDrawn="1"/>
        </p:nvSpPr>
        <p:spPr>
          <a:xfrm>
            <a:off x="5603417" y="189705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9" name="Oval 8">
            <a:extLst>
              <a:ext uri="{FF2B5EF4-FFF2-40B4-BE49-F238E27FC236}">
                <a16:creationId xmlns:a16="http://schemas.microsoft.com/office/drawing/2014/main" id="{E0BB0948-8F2A-0300-47E3-30E6A34EF00E}"/>
              </a:ext>
            </a:extLst>
          </p:cNvPr>
          <p:cNvSpPr/>
          <p:nvPr userDrawn="1"/>
        </p:nvSpPr>
        <p:spPr>
          <a:xfrm>
            <a:off x="7974406" y="189705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15" name="Picture Placeholder 14">
            <a:extLst>
              <a:ext uri="{FF2B5EF4-FFF2-40B4-BE49-F238E27FC236}">
                <a16:creationId xmlns:a16="http://schemas.microsoft.com/office/drawing/2014/main" id="{1CD970AF-1720-CF6B-5ACD-61983F985E9F}"/>
              </a:ext>
            </a:extLst>
          </p:cNvPr>
          <p:cNvSpPr>
            <a:spLocks noGrp="1"/>
          </p:cNvSpPr>
          <p:nvPr>
            <p:ph type="pic" sz="quarter" idx="15"/>
          </p:nvPr>
        </p:nvSpPr>
        <p:spPr>
          <a:xfrm>
            <a:off x="860941" y="1897485"/>
            <a:ext cx="1349375" cy="1347787"/>
          </a:xfrm>
          <a:prstGeom prst="ellipse">
            <a:avLst/>
          </a:prstGeom>
        </p:spPr>
        <p:txBody>
          <a:bodyPr anchor="ctr">
            <a:normAutofit/>
          </a:bodyPr>
          <a:lstStyle>
            <a:lvl1pPr marL="0" indent="0">
              <a:buNone/>
              <a:defRPr sz="1400"/>
            </a:lvl1pPr>
          </a:lstStyle>
          <a:p>
            <a:endParaRPr lang="en-GB"/>
          </a:p>
        </p:txBody>
      </p:sp>
      <p:sp>
        <p:nvSpPr>
          <p:cNvPr id="17" name="Picture Placeholder 16">
            <a:extLst>
              <a:ext uri="{FF2B5EF4-FFF2-40B4-BE49-F238E27FC236}">
                <a16:creationId xmlns:a16="http://schemas.microsoft.com/office/drawing/2014/main" id="{ECCFC177-5F8B-B591-8A49-20FAB26ED1D2}"/>
              </a:ext>
            </a:extLst>
          </p:cNvPr>
          <p:cNvSpPr>
            <a:spLocks noGrp="1"/>
          </p:cNvSpPr>
          <p:nvPr>
            <p:ph type="pic" sz="quarter" idx="16"/>
          </p:nvPr>
        </p:nvSpPr>
        <p:spPr>
          <a:xfrm>
            <a:off x="3232666" y="1897050"/>
            <a:ext cx="1347788" cy="1348220"/>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20" name="Picture Placeholder 19">
            <a:extLst>
              <a:ext uri="{FF2B5EF4-FFF2-40B4-BE49-F238E27FC236}">
                <a16:creationId xmlns:a16="http://schemas.microsoft.com/office/drawing/2014/main" id="{18C8D895-1269-D764-F783-3ABED9CA2E75}"/>
              </a:ext>
            </a:extLst>
          </p:cNvPr>
          <p:cNvSpPr>
            <a:spLocks noGrp="1"/>
          </p:cNvSpPr>
          <p:nvPr>
            <p:ph type="pic" sz="quarter" idx="17"/>
          </p:nvPr>
        </p:nvSpPr>
        <p:spPr>
          <a:xfrm>
            <a:off x="5602804" y="1897485"/>
            <a:ext cx="1349375"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22" name="Picture Placeholder 21">
            <a:extLst>
              <a:ext uri="{FF2B5EF4-FFF2-40B4-BE49-F238E27FC236}">
                <a16:creationId xmlns:a16="http://schemas.microsoft.com/office/drawing/2014/main" id="{7832E8C7-A791-CC70-6B92-F7FEC181606C}"/>
              </a:ext>
            </a:extLst>
          </p:cNvPr>
          <p:cNvSpPr>
            <a:spLocks noGrp="1"/>
          </p:cNvSpPr>
          <p:nvPr>
            <p:ph type="pic" sz="quarter" idx="18"/>
          </p:nvPr>
        </p:nvSpPr>
        <p:spPr>
          <a:xfrm>
            <a:off x="7974528" y="1897485"/>
            <a:ext cx="1347787"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2" name="Footer Placeholder 4">
            <a:extLst>
              <a:ext uri="{FF2B5EF4-FFF2-40B4-BE49-F238E27FC236}">
                <a16:creationId xmlns:a16="http://schemas.microsoft.com/office/drawing/2014/main" id="{D4C28864-BD1E-7DF6-D2D8-5CACE2F2D318}"/>
              </a:ext>
            </a:extLst>
          </p:cNvPr>
          <p:cNvSpPr>
            <a:spLocks noGrp="1"/>
          </p:cNvSpPr>
          <p:nvPr>
            <p:ph type="ftr" sz="quarter" idx="11"/>
          </p:nvPr>
        </p:nvSpPr>
        <p:spPr>
          <a:xfrm>
            <a:off x="463066"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14099379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ey takeaways x3_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E9E279-C238-C923-FDF1-1E7D0E68A578}"/>
              </a:ext>
            </a:extLst>
          </p:cNvPr>
          <p:cNvSpPr/>
          <p:nvPr userDrawn="1"/>
        </p:nvSpPr>
        <p:spPr>
          <a:xfrm>
            <a:off x="1" y="0"/>
            <a:ext cx="12192000" cy="6858000"/>
          </a:xfrm>
          <a:prstGeom prst="rect">
            <a:avLst/>
          </a:prstGeom>
          <a:solidFill>
            <a:srgbClr val="310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8" name="Picture 7" descr="A blue and white kite&#10;&#10;Description automatically generated">
            <a:extLst>
              <a:ext uri="{FF2B5EF4-FFF2-40B4-BE49-F238E27FC236}">
                <a16:creationId xmlns:a16="http://schemas.microsoft.com/office/drawing/2014/main" id="{D6B0DCC1-A8C2-6242-BF2D-C799A190F747}"/>
              </a:ext>
            </a:extLst>
          </p:cNvPr>
          <p:cNvPicPr>
            <a:picLocks noChangeAspect="1"/>
          </p:cNvPicPr>
          <p:nvPr userDrawn="1"/>
        </p:nvPicPr>
        <p:blipFill>
          <a:blip r:embed="rId2"/>
          <a:stretch>
            <a:fillRect/>
          </a:stretch>
        </p:blipFill>
        <p:spPr>
          <a:xfrm>
            <a:off x="1" y="0"/>
            <a:ext cx="12192000" cy="6858000"/>
          </a:xfrm>
          <a:prstGeom prst="rect">
            <a:avLst/>
          </a:prstGeom>
        </p:spPr>
      </p:pic>
      <p:pic>
        <p:nvPicPr>
          <p:cNvPr id="12" name="Picture 11">
            <a:extLst>
              <a:ext uri="{FF2B5EF4-FFF2-40B4-BE49-F238E27FC236}">
                <a16:creationId xmlns:a16="http://schemas.microsoft.com/office/drawing/2014/main" id="{0E896095-168A-CC04-A8C4-D0F0B29F6C3E}"/>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1028917"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4166308"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303697"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4" name="Title 8">
            <a:extLst>
              <a:ext uri="{FF2B5EF4-FFF2-40B4-BE49-F238E27FC236}">
                <a16:creationId xmlns:a16="http://schemas.microsoft.com/office/drawing/2014/main" id="{E792C777-B5E9-462D-8930-197293962B9F}"/>
              </a:ext>
            </a:extLst>
          </p:cNvPr>
          <p:cNvSpPr>
            <a:spLocks noGrp="1"/>
          </p:cNvSpPr>
          <p:nvPr>
            <p:ph type="title" hasCustomPrompt="1"/>
          </p:nvPr>
        </p:nvSpPr>
        <p:spPr>
          <a:xfrm>
            <a:off x="463064" y="190800"/>
            <a:ext cx="8416777" cy="896400"/>
          </a:xfrm>
        </p:spPr>
        <p:txBody>
          <a:bodyPr/>
          <a:lstStyle>
            <a:lvl1pPr>
              <a:defRPr>
                <a:solidFill>
                  <a:srgbClr val="00FDFD"/>
                </a:solidFill>
              </a:defRPr>
            </a:lvl1pPr>
          </a:lstStyle>
          <a:p>
            <a:r>
              <a:rPr lang="en-US"/>
              <a:t>Key Takeaways</a:t>
            </a:r>
          </a:p>
        </p:txBody>
      </p:sp>
      <p:sp>
        <p:nvSpPr>
          <p:cNvPr id="3" name="Oval 2">
            <a:extLst>
              <a:ext uri="{FF2B5EF4-FFF2-40B4-BE49-F238E27FC236}">
                <a16:creationId xmlns:a16="http://schemas.microsoft.com/office/drawing/2014/main" id="{2FF4A02B-DDB9-8204-8F82-590AF416131D}"/>
              </a:ext>
            </a:extLst>
          </p:cNvPr>
          <p:cNvSpPr/>
          <p:nvPr userDrawn="1"/>
        </p:nvSpPr>
        <p:spPr>
          <a:xfrm>
            <a:off x="1427287" y="1953782"/>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6" name="Oval 5">
            <a:extLst>
              <a:ext uri="{FF2B5EF4-FFF2-40B4-BE49-F238E27FC236}">
                <a16:creationId xmlns:a16="http://schemas.microsoft.com/office/drawing/2014/main" id="{D198579D-A78D-7DDF-E697-B4EC0634B8B5}"/>
              </a:ext>
            </a:extLst>
          </p:cNvPr>
          <p:cNvSpPr/>
          <p:nvPr userDrawn="1"/>
        </p:nvSpPr>
        <p:spPr>
          <a:xfrm>
            <a:off x="4561745" y="1953782"/>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21E7BD6D-D997-F99F-D08E-3B0B4503C5F3}"/>
              </a:ext>
            </a:extLst>
          </p:cNvPr>
          <p:cNvSpPr/>
          <p:nvPr userDrawn="1"/>
        </p:nvSpPr>
        <p:spPr>
          <a:xfrm>
            <a:off x="7696203" y="1953782"/>
            <a:ext cx="1348153" cy="1348153"/>
          </a:xfrm>
          <a:prstGeom prst="ellipse">
            <a:avLst/>
          </a:prstGeom>
          <a:solidFill>
            <a:srgbClr val="5736CE"/>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10" name="Picture Placeholder 9">
            <a:extLst>
              <a:ext uri="{FF2B5EF4-FFF2-40B4-BE49-F238E27FC236}">
                <a16:creationId xmlns:a16="http://schemas.microsoft.com/office/drawing/2014/main" id="{EE9C8EA1-ADC4-6FA6-3289-9FB24AE5E2B9}"/>
              </a:ext>
            </a:extLst>
          </p:cNvPr>
          <p:cNvSpPr>
            <a:spLocks noGrp="1"/>
          </p:cNvSpPr>
          <p:nvPr>
            <p:ph type="pic" sz="quarter" idx="15"/>
          </p:nvPr>
        </p:nvSpPr>
        <p:spPr>
          <a:xfrm>
            <a:off x="1427164" y="1954215"/>
            <a:ext cx="1347787" cy="1347787"/>
          </a:xfrm>
          <a:prstGeom prst="ellipse">
            <a:avLst/>
          </a:prstGeom>
        </p:spPr>
        <p:txBody>
          <a:bodyPr anchor="ctr">
            <a:normAutofit/>
          </a:bodyPr>
          <a:lstStyle>
            <a:lvl1pPr marL="0" indent="0">
              <a:buNone/>
              <a:defRPr sz="1400">
                <a:solidFill>
                  <a:schemeClr val="bg1"/>
                </a:solidFill>
              </a:defRPr>
            </a:lvl1pPr>
          </a:lstStyle>
          <a:p>
            <a:endParaRPr lang="en-GB"/>
          </a:p>
        </p:txBody>
      </p:sp>
      <p:sp>
        <p:nvSpPr>
          <p:cNvPr id="16" name="Picture Placeholder 15">
            <a:extLst>
              <a:ext uri="{FF2B5EF4-FFF2-40B4-BE49-F238E27FC236}">
                <a16:creationId xmlns:a16="http://schemas.microsoft.com/office/drawing/2014/main" id="{ACEE7F22-4802-EB15-985E-16F6E0E8A724}"/>
              </a:ext>
            </a:extLst>
          </p:cNvPr>
          <p:cNvSpPr>
            <a:spLocks noGrp="1"/>
          </p:cNvSpPr>
          <p:nvPr>
            <p:ph type="pic" sz="quarter" idx="16"/>
          </p:nvPr>
        </p:nvSpPr>
        <p:spPr>
          <a:xfrm>
            <a:off x="4548188" y="1954215"/>
            <a:ext cx="1362075" cy="1347787"/>
          </a:xfrm>
          <a:prstGeom prst="ellipse">
            <a:avLst/>
          </a:prstGeom>
        </p:spPr>
        <p:txBody>
          <a:bodyPr vert="horz" lIns="91440" tIns="45720" rIns="91440" bIns="45720" rtlCol="0" anchor="ctr">
            <a:normAutofit/>
          </a:bodyPr>
          <a:lstStyle>
            <a:lvl1pPr marL="0" indent="0">
              <a:buNone/>
              <a:defRPr lang="en-GB" sz="1400">
                <a:solidFill>
                  <a:schemeClr val="bg1"/>
                </a:solidFill>
              </a:defRPr>
            </a:lvl1pPr>
          </a:lstStyle>
          <a:p>
            <a:pPr marL="228577" lvl="0" indent="-228577"/>
            <a:endParaRPr lang="en-GB"/>
          </a:p>
        </p:txBody>
      </p:sp>
      <p:sp>
        <p:nvSpPr>
          <p:cNvPr id="18" name="Picture Placeholder 17">
            <a:extLst>
              <a:ext uri="{FF2B5EF4-FFF2-40B4-BE49-F238E27FC236}">
                <a16:creationId xmlns:a16="http://schemas.microsoft.com/office/drawing/2014/main" id="{7D297516-0796-2144-9DF8-274A54088C84}"/>
              </a:ext>
            </a:extLst>
          </p:cNvPr>
          <p:cNvSpPr>
            <a:spLocks noGrp="1"/>
          </p:cNvSpPr>
          <p:nvPr>
            <p:ph type="pic" sz="quarter" idx="17"/>
          </p:nvPr>
        </p:nvSpPr>
        <p:spPr>
          <a:xfrm>
            <a:off x="7696201" y="1953780"/>
            <a:ext cx="1347788" cy="1348220"/>
          </a:xfrm>
          <a:prstGeom prst="ellipse">
            <a:avLst/>
          </a:prstGeom>
        </p:spPr>
        <p:txBody>
          <a:bodyPr vert="horz" lIns="91440" tIns="45720" rIns="91440" bIns="45720" rtlCol="0" anchor="ctr">
            <a:normAutofit/>
          </a:bodyPr>
          <a:lstStyle>
            <a:lvl1pPr marL="0" indent="0">
              <a:buNone/>
              <a:defRPr lang="en-GB" sz="1400">
                <a:solidFill>
                  <a:schemeClr val="bg1"/>
                </a:solidFill>
              </a:defRPr>
            </a:lvl1pPr>
          </a:lstStyle>
          <a:p>
            <a:pPr marL="228577" lvl="0" indent="-228577"/>
            <a:endParaRPr lang="en-GB"/>
          </a:p>
        </p:txBody>
      </p:sp>
      <p:sp>
        <p:nvSpPr>
          <p:cNvPr id="2" name="Footer Placeholder 4">
            <a:extLst>
              <a:ext uri="{FF2B5EF4-FFF2-40B4-BE49-F238E27FC236}">
                <a16:creationId xmlns:a16="http://schemas.microsoft.com/office/drawing/2014/main" id="{857DDB15-3FF2-3671-8E34-D99292912B2F}"/>
              </a:ext>
            </a:extLst>
          </p:cNvPr>
          <p:cNvSpPr>
            <a:spLocks noGrp="1"/>
          </p:cNvSpPr>
          <p:nvPr>
            <p:ph type="ftr" sz="quarter" idx="11"/>
          </p:nvPr>
        </p:nvSpPr>
        <p:spPr>
          <a:xfrm>
            <a:off x="463066"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16716666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takeaways x3_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E9E279-C238-C923-FDF1-1E7D0E68A578}"/>
              </a:ext>
            </a:extLst>
          </p:cNvPr>
          <p:cNvSpPr/>
          <p:nvPr userDrawn="1"/>
        </p:nvSpPr>
        <p:spPr>
          <a:xfrm>
            <a:off x="1"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2" name="Picture 1" descr="A blue and white kite&#10;&#10;Description automatically generated">
            <a:extLst>
              <a:ext uri="{FF2B5EF4-FFF2-40B4-BE49-F238E27FC236}">
                <a16:creationId xmlns:a16="http://schemas.microsoft.com/office/drawing/2014/main" id="{13955DA5-1E9D-ED16-B802-E1A0DD6B8E51}"/>
              </a:ext>
            </a:extLst>
          </p:cNvPr>
          <p:cNvPicPr>
            <a:picLocks noChangeAspect="1"/>
          </p:cNvPicPr>
          <p:nvPr userDrawn="1"/>
        </p:nvPicPr>
        <p:blipFill>
          <a:blip r:embed="rId2"/>
          <a:stretch>
            <a:fillRect/>
          </a:stretch>
        </p:blipFill>
        <p:spPr>
          <a:xfrm>
            <a:off x="0" y="2"/>
            <a:ext cx="12191999" cy="6857999"/>
          </a:xfrm>
          <a:prstGeom prst="rect">
            <a:avLst/>
          </a:prstGeom>
        </p:spPr>
      </p:pic>
      <p:pic>
        <p:nvPicPr>
          <p:cNvPr id="12" name="Picture 11">
            <a:extLst>
              <a:ext uri="{FF2B5EF4-FFF2-40B4-BE49-F238E27FC236}">
                <a16:creationId xmlns:a16="http://schemas.microsoft.com/office/drawing/2014/main" id="{0E896095-168A-CC04-A8C4-D0F0B29F6C3E}"/>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11" name="Text Placeholder 3">
            <a:extLst>
              <a:ext uri="{FF2B5EF4-FFF2-40B4-BE49-F238E27FC236}">
                <a16:creationId xmlns:a16="http://schemas.microsoft.com/office/drawing/2014/main" id="{53B70A5D-B5A2-8FF5-2454-81FD8DF76417}"/>
              </a:ext>
            </a:extLst>
          </p:cNvPr>
          <p:cNvSpPr>
            <a:spLocks noGrp="1"/>
          </p:cNvSpPr>
          <p:nvPr>
            <p:ph type="body" sz="half" idx="2" hasCustomPrompt="1"/>
          </p:nvPr>
        </p:nvSpPr>
        <p:spPr>
          <a:xfrm>
            <a:off x="1028917"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3" name="Text Placeholder 3">
            <a:extLst>
              <a:ext uri="{FF2B5EF4-FFF2-40B4-BE49-F238E27FC236}">
                <a16:creationId xmlns:a16="http://schemas.microsoft.com/office/drawing/2014/main" id="{4A5A1B9F-C180-69D2-21DE-84F4493031C5}"/>
              </a:ext>
            </a:extLst>
          </p:cNvPr>
          <p:cNvSpPr>
            <a:spLocks noGrp="1"/>
          </p:cNvSpPr>
          <p:nvPr>
            <p:ph type="body" sz="half" idx="13" hasCustomPrompt="1"/>
          </p:nvPr>
        </p:nvSpPr>
        <p:spPr>
          <a:xfrm>
            <a:off x="4166308"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14" name="Text Placeholder 3">
            <a:extLst>
              <a:ext uri="{FF2B5EF4-FFF2-40B4-BE49-F238E27FC236}">
                <a16:creationId xmlns:a16="http://schemas.microsoft.com/office/drawing/2014/main" id="{9DA35E28-1BE9-25FD-D352-D8974045FA7A}"/>
              </a:ext>
            </a:extLst>
          </p:cNvPr>
          <p:cNvSpPr>
            <a:spLocks noGrp="1"/>
          </p:cNvSpPr>
          <p:nvPr>
            <p:ph type="body" sz="half" idx="14" hasCustomPrompt="1"/>
          </p:nvPr>
        </p:nvSpPr>
        <p:spPr>
          <a:xfrm>
            <a:off x="7303697" y="3485732"/>
            <a:ext cx="2144894" cy="2227609"/>
          </a:xfrm>
        </p:spPr>
        <p:txBody>
          <a:bodyPr anchor="t">
            <a:normAutofit/>
          </a:bodyPr>
          <a:lstStyle>
            <a:lvl1pPr marL="0" indent="0" algn="ctr">
              <a:buNone/>
              <a:defRPr sz="1800" b="1">
                <a:solidFill>
                  <a:srgbClr val="FFFFFF"/>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text</a:t>
            </a:r>
          </a:p>
        </p:txBody>
      </p:sp>
      <p:sp>
        <p:nvSpPr>
          <p:cNvPr id="6" name="Title 8">
            <a:extLst>
              <a:ext uri="{FF2B5EF4-FFF2-40B4-BE49-F238E27FC236}">
                <a16:creationId xmlns:a16="http://schemas.microsoft.com/office/drawing/2014/main" id="{7CDF6129-F68F-BCC9-AE5D-B6CE92B23610}"/>
              </a:ext>
            </a:extLst>
          </p:cNvPr>
          <p:cNvSpPr>
            <a:spLocks noGrp="1"/>
          </p:cNvSpPr>
          <p:nvPr>
            <p:ph type="title" hasCustomPrompt="1"/>
          </p:nvPr>
        </p:nvSpPr>
        <p:spPr>
          <a:xfrm>
            <a:off x="463064" y="190800"/>
            <a:ext cx="8416777" cy="896400"/>
          </a:xfrm>
        </p:spPr>
        <p:txBody>
          <a:bodyPr/>
          <a:lstStyle>
            <a:lvl1pPr>
              <a:defRPr>
                <a:solidFill>
                  <a:srgbClr val="00FDFD"/>
                </a:solidFill>
              </a:defRPr>
            </a:lvl1pPr>
          </a:lstStyle>
          <a:p>
            <a:r>
              <a:rPr lang="en-US"/>
              <a:t>Key Takeaways</a:t>
            </a:r>
          </a:p>
        </p:txBody>
      </p:sp>
      <p:sp>
        <p:nvSpPr>
          <p:cNvPr id="3" name="Oval 2">
            <a:extLst>
              <a:ext uri="{FF2B5EF4-FFF2-40B4-BE49-F238E27FC236}">
                <a16:creationId xmlns:a16="http://schemas.microsoft.com/office/drawing/2014/main" id="{472D9EDE-44E4-79C9-44F2-CBAC51C137D6}"/>
              </a:ext>
            </a:extLst>
          </p:cNvPr>
          <p:cNvSpPr/>
          <p:nvPr userDrawn="1"/>
        </p:nvSpPr>
        <p:spPr>
          <a:xfrm>
            <a:off x="1427287" y="195378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7" name="Oval 6">
            <a:extLst>
              <a:ext uri="{FF2B5EF4-FFF2-40B4-BE49-F238E27FC236}">
                <a16:creationId xmlns:a16="http://schemas.microsoft.com/office/drawing/2014/main" id="{24253C24-F938-4CB3-2AB0-EBA180EFC4C7}"/>
              </a:ext>
            </a:extLst>
          </p:cNvPr>
          <p:cNvSpPr/>
          <p:nvPr userDrawn="1"/>
        </p:nvSpPr>
        <p:spPr>
          <a:xfrm>
            <a:off x="4561745" y="195378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8" name="Oval 7">
            <a:extLst>
              <a:ext uri="{FF2B5EF4-FFF2-40B4-BE49-F238E27FC236}">
                <a16:creationId xmlns:a16="http://schemas.microsoft.com/office/drawing/2014/main" id="{5C3AAA43-2CCF-A45E-1C02-5309B0A49263}"/>
              </a:ext>
            </a:extLst>
          </p:cNvPr>
          <p:cNvSpPr/>
          <p:nvPr userDrawn="1"/>
        </p:nvSpPr>
        <p:spPr>
          <a:xfrm>
            <a:off x="7696203" y="1953782"/>
            <a:ext cx="1348153" cy="1348153"/>
          </a:xfrm>
          <a:prstGeom prst="ellipse">
            <a:avLst/>
          </a:prstGeom>
          <a:solidFill>
            <a:srgbClr val="991BC5"/>
          </a:solidFill>
          <a:ln>
            <a:noFill/>
          </a:ln>
          <a:effectLst>
            <a:outerShdw blurRad="490013" sx="100786" sy="100786" algn="ctr" rotWithShape="0">
              <a:prstClr val="black">
                <a:alpha val="2289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rgbClr val="991BC5"/>
              </a:solidFill>
              <a:latin typeface="Avenir Next LT Pro" panose="020B0504020202020204" pitchFamily="34" charset="0"/>
            </a:endParaRPr>
          </a:p>
        </p:txBody>
      </p:sp>
      <p:sp>
        <p:nvSpPr>
          <p:cNvPr id="10" name="Picture Placeholder 9">
            <a:extLst>
              <a:ext uri="{FF2B5EF4-FFF2-40B4-BE49-F238E27FC236}">
                <a16:creationId xmlns:a16="http://schemas.microsoft.com/office/drawing/2014/main" id="{65E7F16C-930F-451B-ADF5-B8F74C4A4E51}"/>
              </a:ext>
            </a:extLst>
          </p:cNvPr>
          <p:cNvSpPr>
            <a:spLocks noGrp="1"/>
          </p:cNvSpPr>
          <p:nvPr>
            <p:ph type="pic" sz="quarter" idx="15"/>
          </p:nvPr>
        </p:nvSpPr>
        <p:spPr>
          <a:xfrm>
            <a:off x="1408482" y="1954215"/>
            <a:ext cx="1358900" cy="1347787"/>
          </a:xfrm>
          <a:prstGeom prst="ellipse">
            <a:avLst/>
          </a:prstGeom>
        </p:spPr>
        <p:txBody>
          <a:bodyPr anchor="ctr">
            <a:normAutofit/>
          </a:bodyPr>
          <a:lstStyle>
            <a:lvl1pPr marL="0" indent="0">
              <a:buNone/>
              <a:defRPr sz="1400"/>
            </a:lvl1pPr>
          </a:lstStyle>
          <a:p>
            <a:endParaRPr lang="en-GB"/>
          </a:p>
        </p:txBody>
      </p:sp>
      <p:sp>
        <p:nvSpPr>
          <p:cNvPr id="16" name="Picture Placeholder 15">
            <a:extLst>
              <a:ext uri="{FF2B5EF4-FFF2-40B4-BE49-F238E27FC236}">
                <a16:creationId xmlns:a16="http://schemas.microsoft.com/office/drawing/2014/main" id="{E7A6C65F-F3F1-0AF0-91B3-75C0CC898730}"/>
              </a:ext>
            </a:extLst>
          </p:cNvPr>
          <p:cNvSpPr>
            <a:spLocks noGrp="1"/>
          </p:cNvSpPr>
          <p:nvPr>
            <p:ph type="pic" sz="quarter" idx="16"/>
          </p:nvPr>
        </p:nvSpPr>
        <p:spPr>
          <a:xfrm>
            <a:off x="4540619" y="1954215"/>
            <a:ext cx="1358900"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18" name="Picture Placeholder 17">
            <a:extLst>
              <a:ext uri="{FF2B5EF4-FFF2-40B4-BE49-F238E27FC236}">
                <a16:creationId xmlns:a16="http://schemas.microsoft.com/office/drawing/2014/main" id="{8B5F73BE-0616-E635-72F4-E190B21AC2B0}"/>
              </a:ext>
            </a:extLst>
          </p:cNvPr>
          <p:cNvSpPr>
            <a:spLocks noGrp="1"/>
          </p:cNvSpPr>
          <p:nvPr>
            <p:ph type="pic" sz="quarter" idx="17"/>
          </p:nvPr>
        </p:nvSpPr>
        <p:spPr>
          <a:xfrm>
            <a:off x="7685457" y="1954215"/>
            <a:ext cx="1358900" cy="1347787"/>
          </a:xfrm>
          <a:prstGeom prst="ellipse">
            <a:avLst/>
          </a:prstGeom>
        </p:spPr>
        <p:txBody>
          <a:bodyPr vert="horz" lIns="91440" tIns="45720" rIns="91440" bIns="45720" rtlCol="0" anchor="ctr">
            <a:normAutofit/>
          </a:bodyPr>
          <a:lstStyle>
            <a:lvl1pPr marL="0" indent="0">
              <a:buNone/>
              <a:defRPr lang="en-GB" sz="1400"/>
            </a:lvl1pPr>
          </a:lstStyle>
          <a:p>
            <a:pPr marL="228577" lvl="0" indent="-228577"/>
            <a:endParaRPr lang="en-GB"/>
          </a:p>
        </p:txBody>
      </p:sp>
      <p:sp>
        <p:nvSpPr>
          <p:cNvPr id="4" name="Footer Placeholder 4">
            <a:extLst>
              <a:ext uri="{FF2B5EF4-FFF2-40B4-BE49-F238E27FC236}">
                <a16:creationId xmlns:a16="http://schemas.microsoft.com/office/drawing/2014/main" id="{D78199CF-9425-2665-B2DC-AA4606498C2B}"/>
              </a:ext>
            </a:extLst>
          </p:cNvPr>
          <p:cNvSpPr>
            <a:spLocks noGrp="1"/>
          </p:cNvSpPr>
          <p:nvPr>
            <p:ph type="ftr" sz="quarter" idx="11"/>
          </p:nvPr>
        </p:nvSpPr>
        <p:spPr>
          <a:xfrm>
            <a:off x="463066" y="6372000"/>
            <a:ext cx="10312965"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2903069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scussion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9AE63-1AA5-F2B4-A169-F0E7A9283DAB}"/>
              </a:ext>
            </a:extLst>
          </p:cNvPr>
          <p:cNvSpPr/>
          <p:nvPr userDrawn="1"/>
        </p:nvSpPr>
        <p:spPr>
          <a:xfrm>
            <a:off x="1" y="-2"/>
            <a:ext cx="12192000" cy="6858001"/>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2" name="Picture 1" descr="A blue and white kite&#10;&#10;Description automatically generated">
            <a:extLst>
              <a:ext uri="{FF2B5EF4-FFF2-40B4-BE49-F238E27FC236}">
                <a16:creationId xmlns:a16="http://schemas.microsoft.com/office/drawing/2014/main" id="{4AEB7086-5343-6D74-52E3-208CE9D899BD}"/>
              </a:ext>
            </a:extLst>
          </p:cNvPr>
          <p:cNvPicPr>
            <a:picLocks noChangeAspect="1"/>
          </p:cNvPicPr>
          <p:nvPr userDrawn="1"/>
        </p:nvPicPr>
        <p:blipFill>
          <a:blip r:embed="rId2"/>
          <a:stretch>
            <a:fillRect/>
          </a:stretch>
        </p:blipFill>
        <p:spPr>
          <a:xfrm>
            <a:off x="1" y="0"/>
            <a:ext cx="12192000" cy="6858000"/>
          </a:xfrm>
          <a:prstGeom prst="rect">
            <a:avLst/>
          </a:prstGeom>
        </p:spPr>
      </p:pic>
      <p:sp>
        <p:nvSpPr>
          <p:cNvPr id="8" name="Content Placeholder 2">
            <a:extLst>
              <a:ext uri="{FF2B5EF4-FFF2-40B4-BE49-F238E27FC236}">
                <a16:creationId xmlns:a16="http://schemas.microsoft.com/office/drawing/2014/main" id="{8C9428DB-99E0-09BD-9167-47E1A31CAF87}"/>
              </a:ext>
            </a:extLst>
          </p:cNvPr>
          <p:cNvSpPr>
            <a:spLocks noGrp="1"/>
          </p:cNvSpPr>
          <p:nvPr>
            <p:ph idx="1" hasCustomPrompt="1"/>
          </p:nvPr>
        </p:nvSpPr>
        <p:spPr>
          <a:xfrm>
            <a:off x="463065" y="1753200"/>
            <a:ext cx="8680933" cy="4567485"/>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pic>
        <p:nvPicPr>
          <p:cNvPr id="12" name="Picture 11">
            <a:extLst>
              <a:ext uri="{FF2B5EF4-FFF2-40B4-BE49-F238E27FC236}">
                <a16:creationId xmlns:a16="http://schemas.microsoft.com/office/drawing/2014/main" id="{5A2F2FF7-DA01-DE7A-42D0-86400CF9FFAD}"/>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5" name="Text Placeholder 2">
            <a:extLst>
              <a:ext uri="{FF2B5EF4-FFF2-40B4-BE49-F238E27FC236}">
                <a16:creationId xmlns:a16="http://schemas.microsoft.com/office/drawing/2014/main" id="{C1BE65B7-503F-EB0D-7957-89F2AFC2158A}"/>
              </a:ext>
            </a:extLst>
          </p:cNvPr>
          <p:cNvSpPr>
            <a:spLocks noGrp="1"/>
          </p:cNvSpPr>
          <p:nvPr>
            <p:ph type="body" idx="12"/>
          </p:nvPr>
        </p:nvSpPr>
        <p:spPr>
          <a:xfrm>
            <a:off x="463064" y="1141200"/>
            <a:ext cx="8680934" cy="561600"/>
          </a:xfrm>
        </p:spPr>
        <p:txBody>
          <a:bodyPr anchor="ctr"/>
          <a:lstStyle>
            <a:lvl1pPr marL="0" indent="0">
              <a:buNone/>
              <a:defRPr sz="2400" b="1">
                <a:solidFill>
                  <a:srgbClr val="FFFFFF"/>
                </a:solidFill>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
        <p:nvSpPr>
          <p:cNvPr id="10" name="Title 8">
            <a:extLst>
              <a:ext uri="{FF2B5EF4-FFF2-40B4-BE49-F238E27FC236}">
                <a16:creationId xmlns:a16="http://schemas.microsoft.com/office/drawing/2014/main" id="{A9F3474E-EDBB-657F-5852-B13741BCDE79}"/>
              </a:ext>
            </a:extLst>
          </p:cNvPr>
          <p:cNvSpPr>
            <a:spLocks noGrp="1"/>
          </p:cNvSpPr>
          <p:nvPr>
            <p:ph type="title" hasCustomPrompt="1"/>
          </p:nvPr>
        </p:nvSpPr>
        <p:spPr>
          <a:xfrm>
            <a:off x="463063" y="190800"/>
            <a:ext cx="8680936" cy="896400"/>
          </a:xfrm>
        </p:spPr>
        <p:txBody>
          <a:bodyPr/>
          <a:lstStyle>
            <a:lvl1pPr>
              <a:defRPr>
                <a:solidFill>
                  <a:srgbClr val="00FDFD"/>
                </a:solidFill>
              </a:defRPr>
            </a:lvl1pPr>
          </a:lstStyle>
          <a:p>
            <a:r>
              <a:rPr lang="en-US"/>
              <a:t>Discussion Slide</a:t>
            </a:r>
          </a:p>
        </p:txBody>
      </p:sp>
      <p:sp>
        <p:nvSpPr>
          <p:cNvPr id="6" name="Footer Placeholder 4">
            <a:extLst>
              <a:ext uri="{FF2B5EF4-FFF2-40B4-BE49-F238E27FC236}">
                <a16:creationId xmlns:a16="http://schemas.microsoft.com/office/drawing/2014/main" id="{D10500B3-B513-2478-4026-E7B14FA1F948}"/>
              </a:ext>
            </a:extLst>
          </p:cNvPr>
          <p:cNvSpPr>
            <a:spLocks noGrp="1"/>
          </p:cNvSpPr>
          <p:nvPr>
            <p:ph type="ftr" sz="quarter" idx="11"/>
          </p:nvPr>
        </p:nvSpPr>
        <p:spPr>
          <a:xfrm>
            <a:off x="463066" y="6372000"/>
            <a:ext cx="8680932"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31946536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scussion slide_No sub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9AE63-1AA5-F2B4-A169-F0E7A9283DAB}"/>
              </a:ext>
            </a:extLst>
          </p:cNvPr>
          <p:cNvSpPr/>
          <p:nvPr userDrawn="1"/>
        </p:nvSpPr>
        <p:spPr>
          <a:xfrm>
            <a:off x="1" y="-2"/>
            <a:ext cx="12192000" cy="6858001"/>
          </a:xfrm>
          <a:prstGeom prst="rect">
            <a:avLst/>
          </a:prstGeom>
          <a:solidFill>
            <a:srgbClr val="1801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11" name="Picture 10" descr="A blue and white kite&#10;&#10;Description automatically generated">
            <a:extLst>
              <a:ext uri="{FF2B5EF4-FFF2-40B4-BE49-F238E27FC236}">
                <a16:creationId xmlns:a16="http://schemas.microsoft.com/office/drawing/2014/main" id="{69C8D54C-5793-731B-1F85-F929AF6EA554}"/>
              </a:ext>
            </a:extLst>
          </p:cNvPr>
          <p:cNvPicPr>
            <a:picLocks noChangeAspect="1"/>
          </p:cNvPicPr>
          <p:nvPr userDrawn="1"/>
        </p:nvPicPr>
        <p:blipFill>
          <a:blip r:embed="rId2"/>
          <a:stretch>
            <a:fillRect/>
          </a:stretch>
        </p:blipFill>
        <p:spPr>
          <a:xfrm>
            <a:off x="1" y="0"/>
            <a:ext cx="12192000" cy="6858000"/>
          </a:xfrm>
          <a:prstGeom prst="rect">
            <a:avLst/>
          </a:prstGeom>
        </p:spPr>
      </p:pic>
      <p:sp>
        <p:nvSpPr>
          <p:cNvPr id="8" name="Content Placeholder 2">
            <a:extLst>
              <a:ext uri="{FF2B5EF4-FFF2-40B4-BE49-F238E27FC236}">
                <a16:creationId xmlns:a16="http://schemas.microsoft.com/office/drawing/2014/main" id="{8C9428DB-99E0-09BD-9167-47E1A31CAF87}"/>
              </a:ext>
            </a:extLst>
          </p:cNvPr>
          <p:cNvSpPr>
            <a:spLocks noGrp="1"/>
          </p:cNvSpPr>
          <p:nvPr>
            <p:ph idx="1" hasCustomPrompt="1"/>
          </p:nvPr>
        </p:nvSpPr>
        <p:spPr>
          <a:xfrm>
            <a:off x="463064" y="1141199"/>
            <a:ext cx="8680936" cy="5179486"/>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3707D5A2-7CD3-3153-279E-B51148B4F4A4}"/>
              </a:ext>
            </a:extLst>
          </p:cNvPr>
          <p:cNvSpPr>
            <a:spLocks noGrp="1"/>
          </p:cNvSpPr>
          <p:nvPr>
            <p:ph type="title" hasCustomPrompt="1"/>
          </p:nvPr>
        </p:nvSpPr>
        <p:spPr>
          <a:xfrm>
            <a:off x="463063" y="190800"/>
            <a:ext cx="8680936" cy="896400"/>
          </a:xfrm>
        </p:spPr>
        <p:txBody>
          <a:bodyPr/>
          <a:lstStyle>
            <a:lvl1pPr>
              <a:defRPr>
                <a:solidFill>
                  <a:srgbClr val="00FDFD"/>
                </a:solidFill>
              </a:defRPr>
            </a:lvl1pPr>
          </a:lstStyle>
          <a:p>
            <a:r>
              <a:rPr lang="en-US"/>
              <a:t>Discussion Slide</a:t>
            </a:r>
          </a:p>
        </p:txBody>
      </p:sp>
      <p:pic>
        <p:nvPicPr>
          <p:cNvPr id="12" name="Picture 11">
            <a:extLst>
              <a:ext uri="{FF2B5EF4-FFF2-40B4-BE49-F238E27FC236}">
                <a16:creationId xmlns:a16="http://schemas.microsoft.com/office/drawing/2014/main" id="{5A2F2FF7-DA01-DE7A-42D0-86400CF9FFAD}"/>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2" name="Footer Placeholder 4">
            <a:extLst>
              <a:ext uri="{FF2B5EF4-FFF2-40B4-BE49-F238E27FC236}">
                <a16:creationId xmlns:a16="http://schemas.microsoft.com/office/drawing/2014/main" id="{55FC474B-704D-9D84-2461-FB630622622D}"/>
              </a:ext>
            </a:extLst>
          </p:cNvPr>
          <p:cNvSpPr>
            <a:spLocks noGrp="1"/>
          </p:cNvSpPr>
          <p:nvPr>
            <p:ph type="ftr" sz="quarter" idx="11"/>
          </p:nvPr>
        </p:nvSpPr>
        <p:spPr>
          <a:xfrm>
            <a:off x="463066" y="6372000"/>
            <a:ext cx="8680934" cy="432000"/>
          </a:xfrm>
        </p:spPr>
        <p:txBody>
          <a:bodyPr anchor="b"/>
          <a:lstStyle>
            <a:lvl1pPr algn="l">
              <a:defRPr sz="900">
                <a:solidFill>
                  <a:schemeClr val="bg1">
                    <a:lumMod val="85000"/>
                  </a:schemeClr>
                </a:solidFill>
              </a:defRPr>
            </a:lvl1pPr>
          </a:lstStyle>
          <a:p>
            <a:r>
              <a:rPr lang="en-US"/>
              <a:t>Footer here</a:t>
            </a:r>
          </a:p>
        </p:txBody>
      </p:sp>
    </p:spTree>
    <p:extLst>
      <p:ext uri="{BB962C8B-B14F-4D97-AF65-F5344CB8AC3E}">
        <p14:creationId xmlns:p14="http://schemas.microsoft.com/office/powerpoint/2010/main" val="41523252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oting slide_Grey">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4657A9F9-311D-7412-264E-1E66A62DA6D5}"/>
              </a:ext>
            </a:extLst>
          </p:cNvPr>
          <p:cNvPicPr>
            <a:picLocks noChangeAspect="1"/>
          </p:cNvPicPr>
          <p:nvPr userDrawn="1"/>
        </p:nvPicPr>
        <p:blipFill rotWithShape="1">
          <a:blip r:embed="rId2"/>
          <a:srcRect b="7710"/>
          <a:stretch/>
        </p:blipFill>
        <p:spPr>
          <a:xfrm>
            <a:off x="-1" y="2"/>
            <a:ext cx="12192001" cy="6329307"/>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3769743" y="2141853"/>
            <a:ext cx="7006288" cy="4187454"/>
          </a:xfrm>
        </p:spPr>
        <p:txBody>
          <a:bodyPr/>
          <a:lstStyle>
            <a:lvl1pPr>
              <a:defRPr/>
            </a:lvl1pPr>
            <a:lvl2pPr>
              <a:defRPr/>
            </a:lvl2pPr>
            <a:lvl3pPr>
              <a:defRPr/>
            </a:lvl3pPr>
          </a:lstStyle>
          <a:p>
            <a:pPr lvl="0"/>
            <a:r>
              <a:rPr lang="en-US"/>
              <a:t>First text level</a:t>
            </a:r>
          </a:p>
          <a:p>
            <a:pPr lvl="1"/>
            <a:r>
              <a:rPr lang="en-US"/>
              <a:t>Second level</a:t>
            </a:r>
          </a:p>
          <a:p>
            <a:pPr lvl="2"/>
            <a:r>
              <a:rPr lang="en-US"/>
              <a:t>Third level</a:t>
            </a:r>
          </a:p>
        </p:txBody>
      </p:sp>
      <p:sp>
        <p:nvSpPr>
          <p:cNvPr id="9" name="Title 8">
            <a:extLst>
              <a:ext uri="{FF2B5EF4-FFF2-40B4-BE49-F238E27FC236}">
                <a16:creationId xmlns:a16="http://schemas.microsoft.com/office/drawing/2014/main" id="{916E3517-5545-01E2-449A-7598E2A219B7}"/>
              </a:ext>
            </a:extLst>
          </p:cNvPr>
          <p:cNvSpPr>
            <a:spLocks noGrp="1"/>
          </p:cNvSpPr>
          <p:nvPr>
            <p:ph type="title" hasCustomPrompt="1"/>
          </p:nvPr>
        </p:nvSpPr>
        <p:spPr>
          <a:xfrm>
            <a:off x="464401" y="190800"/>
            <a:ext cx="10314000" cy="896400"/>
          </a:xfrm>
        </p:spPr>
        <p:txBody>
          <a:bodyPr/>
          <a:lstStyle>
            <a:lvl1pPr>
              <a:defRPr/>
            </a:lvl1pPr>
          </a:lstStyle>
          <a:p>
            <a:r>
              <a:rPr lang="en-US"/>
              <a:t>Voting slide title to go here</a:t>
            </a:r>
          </a:p>
        </p:txBody>
      </p:sp>
      <p:pic>
        <p:nvPicPr>
          <p:cNvPr id="4" name="Picture 3">
            <a:extLst>
              <a:ext uri="{FF2B5EF4-FFF2-40B4-BE49-F238E27FC236}">
                <a16:creationId xmlns:a16="http://schemas.microsoft.com/office/drawing/2014/main" id="{BEAD4BEC-CB9F-01FC-9D89-6030F0879415}"/>
              </a:ext>
            </a:extLst>
          </p:cNvPr>
          <p:cNvPicPr>
            <a:picLocks noChangeAspect="1"/>
          </p:cNvPicPr>
          <p:nvPr userDrawn="1"/>
        </p:nvPicPr>
        <p:blipFill rotWithShape="1">
          <a:blip r:embed="rId3"/>
          <a:srcRect b="24355"/>
          <a:stretch/>
        </p:blipFill>
        <p:spPr>
          <a:xfrm>
            <a:off x="490335" y="2141855"/>
            <a:ext cx="3103894" cy="4716147"/>
          </a:xfrm>
          <a:prstGeom prst="rect">
            <a:avLst/>
          </a:prstGeom>
        </p:spPr>
      </p:pic>
      <p:sp>
        <p:nvSpPr>
          <p:cNvPr id="6" name="Picture Placeholder 5">
            <a:extLst>
              <a:ext uri="{FF2B5EF4-FFF2-40B4-BE49-F238E27FC236}">
                <a16:creationId xmlns:a16="http://schemas.microsoft.com/office/drawing/2014/main" id="{20EC3D4E-8A8B-973F-5955-31F7FBA9ACCC}"/>
              </a:ext>
            </a:extLst>
          </p:cNvPr>
          <p:cNvSpPr>
            <a:spLocks noGrp="1"/>
          </p:cNvSpPr>
          <p:nvPr>
            <p:ph type="pic" sz="quarter" idx="13"/>
          </p:nvPr>
        </p:nvSpPr>
        <p:spPr>
          <a:xfrm>
            <a:off x="814752" y="2716557"/>
            <a:ext cx="2444888" cy="2432050"/>
          </a:xfrm>
        </p:spPr>
        <p:txBody>
          <a:bodyPr anchor="ctr">
            <a:normAutofit/>
          </a:bodyPr>
          <a:lstStyle>
            <a:lvl1pPr marL="0" indent="0" algn="ctr">
              <a:buNone/>
              <a:defRPr sz="1600"/>
            </a:lvl1pPr>
          </a:lstStyle>
          <a:p>
            <a:endParaRPr lang="en-GB"/>
          </a:p>
        </p:txBody>
      </p:sp>
      <p:sp>
        <p:nvSpPr>
          <p:cNvPr id="10" name="Text Placeholder 9">
            <a:extLst>
              <a:ext uri="{FF2B5EF4-FFF2-40B4-BE49-F238E27FC236}">
                <a16:creationId xmlns:a16="http://schemas.microsoft.com/office/drawing/2014/main" id="{36A675EF-6D50-94C9-7104-0A3CAC656BBB}"/>
              </a:ext>
            </a:extLst>
          </p:cNvPr>
          <p:cNvSpPr>
            <a:spLocks noGrp="1"/>
          </p:cNvSpPr>
          <p:nvPr>
            <p:ph type="body" sz="quarter" idx="14"/>
          </p:nvPr>
        </p:nvSpPr>
        <p:spPr>
          <a:xfrm>
            <a:off x="814752" y="5320200"/>
            <a:ext cx="2444888" cy="869587"/>
          </a:xfrm>
        </p:spPr>
        <p:txBody>
          <a:bodyPr>
            <a:noAutofit/>
          </a:bodyPr>
          <a:lstStyle>
            <a:lvl1pPr>
              <a:defRPr sz="2000"/>
            </a:lvl1pPr>
            <a:lvl2pPr>
              <a:defRPr sz="1800"/>
            </a:lvl2pPr>
            <a:lvl3pPr>
              <a:defRPr sz="1800"/>
            </a:lvl3pPr>
            <a:lvl4pPr>
              <a:defRPr sz="1600"/>
            </a:lvl4pPr>
            <a:lvl5pPr>
              <a:defRPr sz="1600"/>
            </a:lvl5pPr>
          </a:lstStyle>
          <a:p>
            <a:pPr lvl="0"/>
            <a:r>
              <a:rPr lang="en-US"/>
              <a:t>Click to edit Master text styles</a:t>
            </a:r>
          </a:p>
          <a:p>
            <a:pPr lvl="1"/>
            <a:r>
              <a:rPr lang="en-US"/>
              <a:t>Second level</a:t>
            </a:r>
          </a:p>
        </p:txBody>
      </p:sp>
      <p:sp>
        <p:nvSpPr>
          <p:cNvPr id="8" name="Footer Placeholder 4">
            <a:extLst>
              <a:ext uri="{FF2B5EF4-FFF2-40B4-BE49-F238E27FC236}">
                <a16:creationId xmlns:a16="http://schemas.microsoft.com/office/drawing/2014/main" id="{30F11E91-571D-D6D8-D415-498D2B025867}"/>
              </a:ext>
            </a:extLst>
          </p:cNvPr>
          <p:cNvSpPr>
            <a:spLocks noGrp="1"/>
          </p:cNvSpPr>
          <p:nvPr>
            <p:ph type="ftr" sz="quarter" idx="11"/>
          </p:nvPr>
        </p:nvSpPr>
        <p:spPr>
          <a:xfrm>
            <a:off x="3769743" y="6372000"/>
            <a:ext cx="7006288" cy="432000"/>
          </a:xfrm>
        </p:spPr>
        <p:txBody>
          <a:bodyPr anchor="b"/>
          <a:lstStyle>
            <a:lvl1pPr algn="l">
              <a:defRPr sz="900">
                <a:solidFill>
                  <a:schemeClr val="bg1">
                    <a:lumMod val="50000"/>
                  </a:schemeClr>
                </a:solidFill>
              </a:defRPr>
            </a:lvl1pPr>
          </a:lstStyle>
          <a:p>
            <a:r>
              <a:rPr lang="en-US"/>
              <a:t>Footer here</a:t>
            </a:r>
          </a:p>
        </p:txBody>
      </p:sp>
      <p:sp>
        <p:nvSpPr>
          <p:cNvPr id="12" name="Content Placeholder 2">
            <a:extLst>
              <a:ext uri="{FF2B5EF4-FFF2-40B4-BE49-F238E27FC236}">
                <a16:creationId xmlns:a16="http://schemas.microsoft.com/office/drawing/2014/main" id="{BFD53E17-E69C-0516-9FEE-F4879839BC5F}"/>
              </a:ext>
            </a:extLst>
          </p:cNvPr>
          <p:cNvSpPr>
            <a:spLocks noGrp="1"/>
          </p:cNvSpPr>
          <p:nvPr>
            <p:ph idx="12"/>
          </p:nvPr>
        </p:nvSpPr>
        <p:spPr>
          <a:xfrm>
            <a:off x="463064" y="1139980"/>
            <a:ext cx="10312966" cy="562220"/>
          </a:xfrm>
        </p:spPr>
        <p:txBody>
          <a:bodyPr anchor="ctr"/>
          <a:lstStyle>
            <a:lvl1pPr marL="0" indent="0">
              <a:buNone/>
              <a:defRPr b="1"/>
            </a:lvl1pPr>
          </a:lstStyle>
          <a:p>
            <a:pPr lvl="0"/>
            <a:r>
              <a:rPr lang="en-US"/>
              <a:t>Click to edit Master text styles</a:t>
            </a:r>
          </a:p>
        </p:txBody>
      </p:sp>
      <p:pic>
        <p:nvPicPr>
          <p:cNvPr id="2" name="Picture 1" descr="A purple letters on a black background&#10;&#10;Description automatically generated">
            <a:extLst>
              <a:ext uri="{FF2B5EF4-FFF2-40B4-BE49-F238E27FC236}">
                <a16:creationId xmlns:a16="http://schemas.microsoft.com/office/drawing/2014/main" id="{D9B6A8FE-5F86-023A-782B-1F787ABB80CB}"/>
              </a:ext>
            </a:extLst>
          </p:cNvPr>
          <p:cNvPicPr>
            <a:picLocks noChangeAspect="1"/>
          </p:cNvPicPr>
          <p:nvPr userDrawn="1"/>
        </p:nvPicPr>
        <p:blipFill>
          <a:blip r:embed="rId4"/>
          <a:stretch>
            <a:fillRect/>
          </a:stretch>
        </p:blipFill>
        <p:spPr>
          <a:xfrm>
            <a:off x="11105110" y="6464584"/>
            <a:ext cx="899566" cy="275893"/>
          </a:xfrm>
          <a:prstGeom prst="rect">
            <a:avLst/>
          </a:prstGeom>
        </p:spPr>
      </p:pic>
    </p:spTree>
    <p:extLst>
      <p:ext uri="{BB962C8B-B14F-4D97-AF65-F5344CB8AC3E}">
        <p14:creationId xmlns:p14="http://schemas.microsoft.com/office/powerpoint/2010/main" val="5402017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oting slide_Blu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4BC8323-8A17-A918-C44B-CF3C1A685BCC}"/>
              </a:ext>
            </a:extLst>
          </p:cNvPr>
          <p:cNvGrpSpPr/>
          <p:nvPr userDrawn="1"/>
        </p:nvGrpSpPr>
        <p:grpSpPr>
          <a:xfrm>
            <a:off x="1" y="0"/>
            <a:ext cx="12192000" cy="6858000"/>
            <a:chOff x="0" y="0"/>
            <a:chExt cx="12192000" cy="6858000"/>
          </a:xfrm>
        </p:grpSpPr>
        <p:sp>
          <p:nvSpPr>
            <p:cNvPr id="12" name="Rectangle 11">
              <a:extLst>
                <a:ext uri="{FF2B5EF4-FFF2-40B4-BE49-F238E27FC236}">
                  <a16:creationId xmlns:a16="http://schemas.microsoft.com/office/drawing/2014/main" id="{054E28F7-728C-2A8D-5B82-14A5E0396F2F}"/>
                </a:ext>
              </a:extLst>
            </p:cNvPr>
            <p:cNvSpPr/>
            <p:nvPr userDrawn="1"/>
          </p:nvSpPr>
          <p:spPr>
            <a:xfrm>
              <a:off x="0" y="0"/>
              <a:ext cx="12192000" cy="6858000"/>
            </a:xfrm>
            <a:prstGeom prst="rect">
              <a:avLst/>
            </a:prstGeom>
            <a:solidFill>
              <a:srgbClr val="5736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pic>
          <p:nvPicPr>
            <p:cNvPr id="10" name="Picture 9" descr="A blue and white kite&#10;&#10;Description automatically generated">
              <a:extLst>
                <a:ext uri="{FF2B5EF4-FFF2-40B4-BE49-F238E27FC236}">
                  <a16:creationId xmlns:a16="http://schemas.microsoft.com/office/drawing/2014/main" id="{7C32D83C-A7E9-EDD9-A571-399F8757C5F8}"/>
                </a:ext>
              </a:extLst>
            </p:cNvPr>
            <p:cNvPicPr>
              <a:picLocks noChangeAspect="1"/>
            </p:cNvPicPr>
            <p:nvPr userDrawn="1"/>
          </p:nvPicPr>
          <p:blipFill rotWithShape="1">
            <a:blip r:embed="rId2"/>
            <a:srcRect l="70407" b="31888"/>
            <a:stretch/>
          </p:blipFill>
          <p:spPr>
            <a:xfrm>
              <a:off x="9543392" y="0"/>
              <a:ext cx="2648607" cy="3429000"/>
            </a:xfrm>
            <a:prstGeom prst="rect">
              <a:avLst/>
            </a:prstGeom>
          </p:spPr>
        </p:pic>
      </p:grpSp>
      <p:pic>
        <p:nvPicPr>
          <p:cNvPr id="11" name="Picture 10">
            <a:extLst>
              <a:ext uri="{FF2B5EF4-FFF2-40B4-BE49-F238E27FC236}">
                <a16:creationId xmlns:a16="http://schemas.microsoft.com/office/drawing/2014/main" id="{4DB2E6A8-5784-8D7B-2C5B-26F7384F92C1}"/>
              </a:ext>
            </a:extLst>
          </p:cNvPr>
          <p:cNvPicPr>
            <a:picLocks noChangeAspect="1"/>
          </p:cNvPicPr>
          <p:nvPr userDrawn="1"/>
        </p:nvPicPr>
        <p:blipFill>
          <a:blip r:embed="rId3"/>
          <a:stretch>
            <a:fillRect/>
          </a:stretch>
        </p:blipFill>
        <p:spPr>
          <a:xfrm>
            <a:off x="11100604" y="6461587"/>
            <a:ext cx="910423" cy="278482"/>
          </a:xfrm>
          <a:prstGeom prst="rect">
            <a:avLst/>
          </a:prstGeom>
        </p:spPr>
      </p:pic>
      <p:sp>
        <p:nvSpPr>
          <p:cNvPr id="3" name="Content Placeholder 2">
            <a:extLst>
              <a:ext uri="{FF2B5EF4-FFF2-40B4-BE49-F238E27FC236}">
                <a16:creationId xmlns:a16="http://schemas.microsoft.com/office/drawing/2014/main" id="{9EF519CA-D256-6061-9C21-AD16BD982EC5}"/>
              </a:ext>
            </a:extLst>
          </p:cNvPr>
          <p:cNvSpPr>
            <a:spLocks noGrp="1"/>
          </p:cNvSpPr>
          <p:nvPr>
            <p:ph idx="1" hasCustomPrompt="1"/>
          </p:nvPr>
        </p:nvSpPr>
        <p:spPr>
          <a:xfrm>
            <a:off x="3769744" y="2141853"/>
            <a:ext cx="7006287" cy="4187454"/>
          </a:xfrm>
        </p:spPr>
        <p:txBody>
          <a:bodyPr/>
          <a:lstStyle>
            <a:lvl1pPr>
              <a:buClr>
                <a:srgbClr val="00FDFD"/>
              </a:buClr>
              <a:defRPr>
                <a:solidFill>
                  <a:srgbClr val="FFFFFF"/>
                </a:solidFill>
              </a:defRPr>
            </a:lvl1pPr>
            <a:lvl2pPr>
              <a:buClr>
                <a:srgbClr val="00FDFD"/>
              </a:buClr>
              <a:defRPr>
                <a:solidFill>
                  <a:srgbClr val="FFFFFF"/>
                </a:solidFill>
              </a:defRPr>
            </a:lvl2pPr>
            <a:lvl3pPr>
              <a:buClr>
                <a:srgbClr val="EAEAEA"/>
              </a:buClr>
              <a:defRPr>
                <a:solidFill>
                  <a:srgbClr val="FFFFFF"/>
                </a:solidFill>
              </a:defRPr>
            </a:lvl3pPr>
          </a:lstStyle>
          <a:p>
            <a:pPr lvl="0"/>
            <a:r>
              <a:rPr lang="en-US"/>
              <a:t>First text level</a:t>
            </a:r>
          </a:p>
          <a:p>
            <a:pPr lvl="1"/>
            <a:r>
              <a:rPr lang="en-US"/>
              <a:t>Second level</a:t>
            </a:r>
          </a:p>
          <a:p>
            <a:pPr lvl="2"/>
            <a:r>
              <a:rPr lang="en-US"/>
              <a:t>Third level</a:t>
            </a:r>
          </a:p>
        </p:txBody>
      </p:sp>
      <p:sp>
        <p:nvSpPr>
          <p:cNvPr id="14" name="Rounded Rectangle 13">
            <a:extLst>
              <a:ext uri="{FF2B5EF4-FFF2-40B4-BE49-F238E27FC236}">
                <a16:creationId xmlns:a16="http://schemas.microsoft.com/office/drawing/2014/main" id="{FC3DAAF0-6B1D-FF2C-50D1-EDDA76CA46AF}"/>
              </a:ext>
            </a:extLst>
          </p:cNvPr>
          <p:cNvSpPr/>
          <p:nvPr userDrawn="1"/>
        </p:nvSpPr>
        <p:spPr>
          <a:xfrm>
            <a:off x="578843" y="2247730"/>
            <a:ext cx="2869324" cy="4617679"/>
          </a:xfrm>
          <a:prstGeom prst="round2Same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Avenir Next LT Pro" panose="020B0504020202020204" pitchFamily="34" charset="0"/>
            </a:endParaRPr>
          </a:p>
        </p:txBody>
      </p:sp>
      <p:sp>
        <p:nvSpPr>
          <p:cNvPr id="7" name="Title 8">
            <a:extLst>
              <a:ext uri="{FF2B5EF4-FFF2-40B4-BE49-F238E27FC236}">
                <a16:creationId xmlns:a16="http://schemas.microsoft.com/office/drawing/2014/main" id="{90C77EE2-1E58-F517-B5B6-2660100AA695}"/>
              </a:ext>
            </a:extLst>
          </p:cNvPr>
          <p:cNvSpPr>
            <a:spLocks noGrp="1"/>
          </p:cNvSpPr>
          <p:nvPr>
            <p:ph type="title" hasCustomPrompt="1"/>
          </p:nvPr>
        </p:nvSpPr>
        <p:spPr>
          <a:xfrm>
            <a:off x="464401" y="190800"/>
            <a:ext cx="9380640" cy="896400"/>
          </a:xfrm>
        </p:spPr>
        <p:txBody>
          <a:bodyPr/>
          <a:lstStyle>
            <a:lvl1pPr>
              <a:defRPr>
                <a:solidFill>
                  <a:srgbClr val="00FDFD"/>
                </a:solidFill>
              </a:defRPr>
            </a:lvl1pPr>
          </a:lstStyle>
          <a:p>
            <a:r>
              <a:rPr lang="en-US"/>
              <a:t>Voting slide title to go here</a:t>
            </a:r>
          </a:p>
        </p:txBody>
      </p:sp>
      <p:sp>
        <p:nvSpPr>
          <p:cNvPr id="15" name="Content Placeholder 2">
            <a:extLst>
              <a:ext uri="{FF2B5EF4-FFF2-40B4-BE49-F238E27FC236}">
                <a16:creationId xmlns:a16="http://schemas.microsoft.com/office/drawing/2014/main" id="{1892D154-AD54-45F3-6CA5-242836506E86}"/>
              </a:ext>
            </a:extLst>
          </p:cNvPr>
          <p:cNvSpPr>
            <a:spLocks noGrp="1"/>
          </p:cNvSpPr>
          <p:nvPr>
            <p:ph idx="12"/>
          </p:nvPr>
        </p:nvSpPr>
        <p:spPr>
          <a:xfrm>
            <a:off x="463065" y="1139980"/>
            <a:ext cx="9380640" cy="562220"/>
          </a:xfrm>
        </p:spPr>
        <p:txBody>
          <a:bodyPr anchor="ctr"/>
          <a:lstStyle>
            <a:lvl1pPr marL="0" indent="0">
              <a:buNone/>
              <a:defRPr b="1">
                <a:solidFill>
                  <a:srgbClr val="FFFFFF"/>
                </a:solidFill>
              </a:defRPr>
            </a:lvl1pPr>
          </a:lstStyle>
          <a:p>
            <a:pPr lvl="0"/>
            <a:r>
              <a:rPr lang="en-US"/>
              <a:t>Click to edit Master text styles</a:t>
            </a:r>
          </a:p>
        </p:txBody>
      </p:sp>
      <p:sp>
        <p:nvSpPr>
          <p:cNvPr id="2" name="Footer Placeholder 4">
            <a:extLst>
              <a:ext uri="{FF2B5EF4-FFF2-40B4-BE49-F238E27FC236}">
                <a16:creationId xmlns:a16="http://schemas.microsoft.com/office/drawing/2014/main" id="{7BB5DD32-E5B7-5195-5ADF-278FE14E3A0A}"/>
              </a:ext>
            </a:extLst>
          </p:cNvPr>
          <p:cNvSpPr>
            <a:spLocks noGrp="1"/>
          </p:cNvSpPr>
          <p:nvPr>
            <p:ph type="ftr" sz="quarter" idx="11"/>
          </p:nvPr>
        </p:nvSpPr>
        <p:spPr>
          <a:xfrm>
            <a:off x="3769743" y="6372000"/>
            <a:ext cx="7006288" cy="432000"/>
          </a:xfrm>
        </p:spPr>
        <p:txBody>
          <a:bodyPr anchor="b"/>
          <a:lstStyle>
            <a:lvl1pPr algn="l">
              <a:defRPr sz="900">
                <a:solidFill>
                  <a:schemeClr val="bg1">
                    <a:lumMod val="85000"/>
                  </a:schemeClr>
                </a:solidFill>
              </a:defRPr>
            </a:lvl1pPr>
          </a:lstStyle>
          <a:p>
            <a:r>
              <a:rPr lang="en-US"/>
              <a:t>Footer here</a:t>
            </a:r>
          </a:p>
        </p:txBody>
      </p:sp>
      <p:pic>
        <p:nvPicPr>
          <p:cNvPr id="5" name="Picture 4">
            <a:extLst>
              <a:ext uri="{FF2B5EF4-FFF2-40B4-BE49-F238E27FC236}">
                <a16:creationId xmlns:a16="http://schemas.microsoft.com/office/drawing/2014/main" id="{98ED8FB1-C117-9B31-B155-962E7DDFBE9E}"/>
              </a:ext>
            </a:extLst>
          </p:cNvPr>
          <p:cNvPicPr>
            <a:picLocks noChangeAspect="1"/>
          </p:cNvPicPr>
          <p:nvPr userDrawn="1"/>
        </p:nvPicPr>
        <p:blipFill rotWithShape="1">
          <a:blip r:embed="rId4"/>
          <a:srcRect b="24355"/>
          <a:stretch/>
        </p:blipFill>
        <p:spPr>
          <a:xfrm>
            <a:off x="490335" y="2141855"/>
            <a:ext cx="3103894" cy="4716147"/>
          </a:xfrm>
          <a:prstGeom prst="rect">
            <a:avLst/>
          </a:prstGeom>
        </p:spPr>
      </p:pic>
      <p:sp>
        <p:nvSpPr>
          <p:cNvPr id="9" name="Picture Placeholder 5">
            <a:extLst>
              <a:ext uri="{FF2B5EF4-FFF2-40B4-BE49-F238E27FC236}">
                <a16:creationId xmlns:a16="http://schemas.microsoft.com/office/drawing/2014/main" id="{F9712492-3D95-A9A5-5356-52CDDE73972F}"/>
              </a:ext>
            </a:extLst>
          </p:cNvPr>
          <p:cNvSpPr>
            <a:spLocks noGrp="1"/>
          </p:cNvSpPr>
          <p:nvPr>
            <p:ph type="pic" sz="quarter" idx="15"/>
          </p:nvPr>
        </p:nvSpPr>
        <p:spPr>
          <a:xfrm>
            <a:off x="814752" y="2716557"/>
            <a:ext cx="2444888" cy="2432050"/>
          </a:xfrm>
        </p:spPr>
        <p:txBody>
          <a:bodyPr anchor="ctr">
            <a:normAutofit/>
          </a:bodyPr>
          <a:lstStyle>
            <a:lvl1pPr marL="0" indent="0" algn="ctr">
              <a:buNone/>
              <a:defRPr sz="1600"/>
            </a:lvl1pPr>
          </a:lstStyle>
          <a:p>
            <a:endParaRPr lang="en-GB"/>
          </a:p>
        </p:txBody>
      </p:sp>
      <p:sp>
        <p:nvSpPr>
          <p:cNvPr id="16" name="Text Placeholder 9">
            <a:extLst>
              <a:ext uri="{FF2B5EF4-FFF2-40B4-BE49-F238E27FC236}">
                <a16:creationId xmlns:a16="http://schemas.microsoft.com/office/drawing/2014/main" id="{4F9D51E6-5480-8787-214F-6C8EA516C19D}"/>
              </a:ext>
            </a:extLst>
          </p:cNvPr>
          <p:cNvSpPr>
            <a:spLocks noGrp="1"/>
          </p:cNvSpPr>
          <p:nvPr>
            <p:ph type="body" sz="quarter" idx="16"/>
          </p:nvPr>
        </p:nvSpPr>
        <p:spPr>
          <a:xfrm>
            <a:off x="814752" y="5320200"/>
            <a:ext cx="2444888" cy="869587"/>
          </a:xfrm>
        </p:spPr>
        <p:txBody>
          <a:bodyPr>
            <a:noAutofit/>
          </a:bodyPr>
          <a:lstStyle>
            <a:lvl1pPr>
              <a:defRPr sz="2000"/>
            </a:lvl1pPr>
            <a:lvl2pPr>
              <a:defRPr sz="1800"/>
            </a:lvl2pPr>
            <a:lvl3pPr>
              <a:defRPr sz="1800"/>
            </a:lvl3pPr>
            <a:lvl4pPr>
              <a:defRPr sz="1600"/>
            </a:lvl4pPr>
            <a:lvl5pPr>
              <a:defRPr sz="1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171900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peaker slide x1">
    <p:spTree>
      <p:nvGrpSpPr>
        <p:cNvPr id="1" name=""/>
        <p:cNvGrpSpPr/>
        <p:nvPr/>
      </p:nvGrpSpPr>
      <p:grpSpPr>
        <a:xfrm>
          <a:off x="0" y="0"/>
          <a:ext cx="0" cy="0"/>
          <a:chOff x="0" y="0"/>
          <a:chExt cx="0" cy="0"/>
        </a:xfrm>
      </p:grpSpPr>
      <p:pic>
        <p:nvPicPr>
          <p:cNvPr id="2" name="Picture 1" descr="A close-up of a diamond&#10;&#10;Description automatically generated">
            <a:extLst>
              <a:ext uri="{FF2B5EF4-FFF2-40B4-BE49-F238E27FC236}">
                <a16:creationId xmlns:a16="http://schemas.microsoft.com/office/drawing/2014/main" id="{D1A92CB8-E91F-406E-1B15-BCE232293356}"/>
              </a:ext>
            </a:extLst>
          </p:cNvPr>
          <p:cNvPicPr>
            <a:picLocks noChangeAspect="1"/>
          </p:cNvPicPr>
          <p:nvPr userDrawn="1"/>
        </p:nvPicPr>
        <p:blipFill>
          <a:blip r:embed="rId2"/>
          <a:stretch>
            <a:fillRect/>
          </a:stretch>
        </p:blipFill>
        <p:spPr>
          <a:xfrm>
            <a:off x="-1" y="820"/>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3190651" y="3141416"/>
            <a:ext cx="4476239" cy="447859"/>
          </a:xfrm>
        </p:spPr>
        <p:txBody>
          <a:bodyPr anchor="b">
            <a:normAutofit/>
          </a:bodyPr>
          <a:lstStyle>
            <a:lvl1pPr marL="0" indent="0" algn="l">
              <a:buNone/>
              <a:defRPr sz="20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5" name="Text Placeholder 3">
            <a:extLst>
              <a:ext uri="{FF2B5EF4-FFF2-40B4-BE49-F238E27FC236}">
                <a16:creationId xmlns:a16="http://schemas.microsoft.com/office/drawing/2014/main" id="{2D2DCE46-C410-C624-1901-1ED4D792EB00}"/>
              </a:ext>
            </a:extLst>
          </p:cNvPr>
          <p:cNvSpPr>
            <a:spLocks noGrp="1"/>
          </p:cNvSpPr>
          <p:nvPr>
            <p:ph type="body" sz="half" idx="12" hasCustomPrompt="1"/>
          </p:nvPr>
        </p:nvSpPr>
        <p:spPr>
          <a:xfrm>
            <a:off x="3190652" y="3697840"/>
            <a:ext cx="4476240" cy="879781"/>
          </a:xfrm>
        </p:spPr>
        <p:txBody>
          <a:bodyPr>
            <a:normAutofit/>
          </a:bodyPr>
          <a:lstStyle>
            <a:lvl1pPr marL="0" indent="0" algn="l">
              <a:lnSpc>
                <a:spcPct val="100000"/>
              </a:lnSpc>
              <a:buNone/>
              <a:defRPr sz="14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8" name="Picture Placeholder 7">
            <a:extLst>
              <a:ext uri="{FF2B5EF4-FFF2-40B4-BE49-F238E27FC236}">
                <a16:creationId xmlns:a16="http://schemas.microsoft.com/office/drawing/2014/main" id="{E8D6475B-621C-2067-0BB5-56FDEE29B585}"/>
              </a:ext>
            </a:extLst>
          </p:cNvPr>
          <p:cNvSpPr>
            <a:spLocks noGrp="1"/>
          </p:cNvSpPr>
          <p:nvPr>
            <p:ph type="pic" sz="quarter" idx="13"/>
          </p:nvPr>
        </p:nvSpPr>
        <p:spPr>
          <a:xfrm>
            <a:off x="463551" y="2393950"/>
            <a:ext cx="2452688" cy="2452688"/>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400"/>
            </a:lvl1pPr>
          </a:lstStyle>
          <a:p>
            <a:endParaRPr lang="en-GB"/>
          </a:p>
        </p:txBody>
      </p:sp>
      <p:sp>
        <p:nvSpPr>
          <p:cNvPr id="4" name="Title 8">
            <a:extLst>
              <a:ext uri="{FF2B5EF4-FFF2-40B4-BE49-F238E27FC236}">
                <a16:creationId xmlns:a16="http://schemas.microsoft.com/office/drawing/2014/main" id="{58422517-BB3C-2388-F160-4F0AD0812101}"/>
              </a:ext>
            </a:extLst>
          </p:cNvPr>
          <p:cNvSpPr>
            <a:spLocks noGrp="1"/>
          </p:cNvSpPr>
          <p:nvPr>
            <p:ph type="title" hasCustomPrompt="1"/>
          </p:nvPr>
        </p:nvSpPr>
        <p:spPr>
          <a:xfrm>
            <a:off x="463064" y="537963"/>
            <a:ext cx="7624296" cy="1062287"/>
          </a:xfrm>
        </p:spPr>
        <p:txBody>
          <a:bodyPr anchor="t"/>
          <a:lstStyle>
            <a:lvl1pPr>
              <a:defRPr/>
            </a:lvl1pPr>
          </a:lstStyle>
          <a:p>
            <a:r>
              <a:rPr lang="en-US"/>
              <a:t>Speaker slide title to go here</a:t>
            </a:r>
          </a:p>
        </p:txBody>
      </p:sp>
      <p:pic>
        <p:nvPicPr>
          <p:cNvPr id="3" name="Picture 2" descr="A purple text on a black background&#10;&#10;AI-generated content may be incorrect.">
            <a:extLst>
              <a:ext uri="{FF2B5EF4-FFF2-40B4-BE49-F238E27FC236}">
                <a16:creationId xmlns:a16="http://schemas.microsoft.com/office/drawing/2014/main" id="{E5F5A4BB-7AAF-DF4F-B307-B7B5EB9AF61C}"/>
              </a:ext>
            </a:extLst>
          </p:cNvPr>
          <p:cNvPicPr>
            <a:picLocks noChangeAspect="1"/>
          </p:cNvPicPr>
          <p:nvPr userDrawn="1"/>
        </p:nvPicPr>
        <p:blipFill>
          <a:blip r:embed="rId3"/>
          <a:stretch>
            <a:fillRect/>
          </a:stretch>
        </p:blipFill>
        <p:spPr>
          <a:xfrm>
            <a:off x="8637588" y="343992"/>
            <a:ext cx="3471060" cy="1256256"/>
          </a:xfrm>
          <a:prstGeom prst="rect">
            <a:avLst/>
          </a:prstGeom>
        </p:spPr>
      </p:pic>
    </p:spTree>
    <p:extLst>
      <p:ext uri="{BB962C8B-B14F-4D97-AF65-F5344CB8AC3E}">
        <p14:creationId xmlns:p14="http://schemas.microsoft.com/office/powerpoint/2010/main" val="41112296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peaker slide x2">
    <p:spTree>
      <p:nvGrpSpPr>
        <p:cNvPr id="1" name=""/>
        <p:cNvGrpSpPr/>
        <p:nvPr/>
      </p:nvGrpSpPr>
      <p:grpSpPr>
        <a:xfrm>
          <a:off x="0" y="0"/>
          <a:ext cx="0" cy="0"/>
          <a:chOff x="0" y="0"/>
          <a:chExt cx="0" cy="0"/>
        </a:xfrm>
      </p:grpSpPr>
      <p:pic>
        <p:nvPicPr>
          <p:cNvPr id="2" name="Picture 1" descr="A close-up of a diamond&#10;&#10;Description automatically generated">
            <a:extLst>
              <a:ext uri="{FF2B5EF4-FFF2-40B4-BE49-F238E27FC236}">
                <a16:creationId xmlns:a16="http://schemas.microsoft.com/office/drawing/2014/main" id="{64FC3F8B-2593-DCEC-41F9-70FA732E864B}"/>
              </a:ext>
            </a:extLst>
          </p:cNvPr>
          <p:cNvPicPr>
            <a:picLocks noChangeAspect="1"/>
          </p:cNvPicPr>
          <p:nvPr userDrawn="1"/>
        </p:nvPicPr>
        <p:blipFill>
          <a:blip r:embed="rId2"/>
          <a:stretch>
            <a:fillRect/>
          </a:stretch>
        </p:blipFill>
        <p:spPr>
          <a:xfrm>
            <a:off x="0" y="2"/>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451341" y="3998049"/>
            <a:ext cx="3113662" cy="447859"/>
          </a:xfrm>
        </p:spPr>
        <p:txBody>
          <a:bodyPr anchor="b">
            <a:normAutofit/>
          </a:bodyPr>
          <a:lstStyle>
            <a:lvl1pPr marL="0" indent="0" algn="l">
              <a:buNone/>
              <a:defRPr sz="18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17" name="Text Placeholder 3">
            <a:extLst>
              <a:ext uri="{FF2B5EF4-FFF2-40B4-BE49-F238E27FC236}">
                <a16:creationId xmlns:a16="http://schemas.microsoft.com/office/drawing/2014/main" id="{6871E96C-F269-1BB7-0766-D7158F812E77}"/>
              </a:ext>
            </a:extLst>
          </p:cNvPr>
          <p:cNvSpPr>
            <a:spLocks noGrp="1"/>
          </p:cNvSpPr>
          <p:nvPr>
            <p:ph type="body" sz="half" idx="12" hasCustomPrompt="1"/>
          </p:nvPr>
        </p:nvSpPr>
        <p:spPr>
          <a:xfrm>
            <a:off x="451341" y="4490417"/>
            <a:ext cx="3113662" cy="879781"/>
          </a:xfrm>
        </p:spPr>
        <p:txBody>
          <a:bodyPr>
            <a:normAutofit/>
          </a:bodyPr>
          <a:lstStyle>
            <a:lvl1pPr marL="0" indent="0" algn="l">
              <a:buNone/>
              <a:defRPr sz="14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4" name="Text Placeholder 3">
            <a:extLst>
              <a:ext uri="{FF2B5EF4-FFF2-40B4-BE49-F238E27FC236}">
                <a16:creationId xmlns:a16="http://schemas.microsoft.com/office/drawing/2014/main" id="{2A41BD1F-D676-E71D-259A-A149EE8B985B}"/>
              </a:ext>
            </a:extLst>
          </p:cNvPr>
          <p:cNvSpPr>
            <a:spLocks noGrp="1"/>
          </p:cNvSpPr>
          <p:nvPr>
            <p:ph type="body" sz="half" idx="13" hasCustomPrompt="1"/>
          </p:nvPr>
        </p:nvSpPr>
        <p:spPr>
          <a:xfrm>
            <a:off x="4629801" y="3998049"/>
            <a:ext cx="3113662" cy="447859"/>
          </a:xfrm>
        </p:spPr>
        <p:txBody>
          <a:bodyPr anchor="b">
            <a:normAutofit/>
          </a:bodyPr>
          <a:lstStyle>
            <a:lvl1pPr marL="0" indent="0" algn="l">
              <a:buNone/>
              <a:defRPr sz="18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7" name="Text Placeholder 3">
            <a:extLst>
              <a:ext uri="{FF2B5EF4-FFF2-40B4-BE49-F238E27FC236}">
                <a16:creationId xmlns:a16="http://schemas.microsoft.com/office/drawing/2014/main" id="{13B8072F-B0CA-EE24-75D0-64C9041F8EF7}"/>
              </a:ext>
            </a:extLst>
          </p:cNvPr>
          <p:cNvSpPr>
            <a:spLocks noGrp="1"/>
          </p:cNvSpPr>
          <p:nvPr>
            <p:ph type="body" sz="half" idx="14" hasCustomPrompt="1"/>
          </p:nvPr>
        </p:nvSpPr>
        <p:spPr>
          <a:xfrm>
            <a:off x="4629801" y="4490417"/>
            <a:ext cx="3113662" cy="879781"/>
          </a:xfrm>
        </p:spPr>
        <p:txBody>
          <a:bodyPr>
            <a:normAutofit/>
          </a:bodyPr>
          <a:lstStyle>
            <a:lvl1pPr marL="0" indent="0" algn="l">
              <a:buNone/>
              <a:defRPr sz="14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11" name="Picture Placeholder 10">
            <a:extLst>
              <a:ext uri="{FF2B5EF4-FFF2-40B4-BE49-F238E27FC236}">
                <a16:creationId xmlns:a16="http://schemas.microsoft.com/office/drawing/2014/main" id="{84C2342C-5EF0-BCF8-A5C5-A8BEFD260F6E}"/>
              </a:ext>
            </a:extLst>
          </p:cNvPr>
          <p:cNvSpPr>
            <a:spLocks noGrp="1"/>
          </p:cNvSpPr>
          <p:nvPr>
            <p:ph type="pic" sz="quarter" idx="15"/>
          </p:nvPr>
        </p:nvSpPr>
        <p:spPr>
          <a:xfrm>
            <a:off x="450851" y="2121730"/>
            <a:ext cx="1825140" cy="1823553"/>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13" name="Picture Placeholder 12">
            <a:extLst>
              <a:ext uri="{FF2B5EF4-FFF2-40B4-BE49-F238E27FC236}">
                <a16:creationId xmlns:a16="http://schemas.microsoft.com/office/drawing/2014/main" id="{C34BC1FD-1DBB-2E4C-7C76-D176F5FFD765}"/>
              </a:ext>
            </a:extLst>
          </p:cNvPr>
          <p:cNvSpPr>
            <a:spLocks noGrp="1"/>
          </p:cNvSpPr>
          <p:nvPr>
            <p:ph type="pic" sz="quarter" idx="16"/>
          </p:nvPr>
        </p:nvSpPr>
        <p:spPr>
          <a:xfrm>
            <a:off x="4629151" y="2120900"/>
            <a:ext cx="1825625" cy="1824038"/>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5" name="Title 8">
            <a:extLst>
              <a:ext uri="{FF2B5EF4-FFF2-40B4-BE49-F238E27FC236}">
                <a16:creationId xmlns:a16="http://schemas.microsoft.com/office/drawing/2014/main" id="{439C2FF4-2106-9CB6-0DA1-ADC5666AB431}"/>
              </a:ext>
            </a:extLst>
          </p:cNvPr>
          <p:cNvSpPr>
            <a:spLocks noGrp="1"/>
          </p:cNvSpPr>
          <p:nvPr>
            <p:ph type="title" hasCustomPrompt="1"/>
          </p:nvPr>
        </p:nvSpPr>
        <p:spPr>
          <a:xfrm>
            <a:off x="463064" y="537963"/>
            <a:ext cx="7624296" cy="1062287"/>
          </a:xfrm>
        </p:spPr>
        <p:txBody>
          <a:bodyPr anchor="t"/>
          <a:lstStyle>
            <a:lvl1pPr>
              <a:defRPr/>
            </a:lvl1pPr>
          </a:lstStyle>
          <a:p>
            <a:r>
              <a:rPr lang="en-US"/>
              <a:t>Speaker slide title to go here</a:t>
            </a:r>
          </a:p>
        </p:txBody>
      </p:sp>
      <p:pic>
        <p:nvPicPr>
          <p:cNvPr id="6" name="Picture 5" descr="A purple text on a black background&#10;&#10;AI-generated content may be incorrect.">
            <a:extLst>
              <a:ext uri="{FF2B5EF4-FFF2-40B4-BE49-F238E27FC236}">
                <a16:creationId xmlns:a16="http://schemas.microsoft.com/office/drawing/2014/main" id="{5A55C57B-599E-EF81-7212-69BDA626A5C9}"/>
              </a:ext>
            </a:extLst>
          </p:cNvPr>
          <p:cNvPicPr>
            <a:picLocks noChangeAspect="1"/>
          </p:cNvPicPr>
          <p:nvPr userDrawn="1"/>
        </p:nvPicPr>
        <p:blipFill>
          <a:blip r:embed="rId3"/>
          <a:stretch>
            <a:fillRect/>
          </a:stretch>
        </p:blipFill>
        <p:spPr>
          <a:xfrm>
            <a:off x="8652024" y="343992"/>
            <a:ext cx="3471060" cy="1256256"/>
          </a:xfrm>
          <a:prstGeom prst="rect">
            <a:avLst/>
          </a:prstGeom>
        </p:spPr>
      </p:pic>
    </p:spTree>
    <p:extLst>
      <p:ext uri="{BB962C8B-B14F-4D97-AF65-F5344CB8AC3E}">
        <p14:creationId xmlns:p14="http://schemas.microsoft.com/office/powerpoint/2010/main" val="39427511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peaker slide x3">
    <p:spTree>
      <p:nvGrpSpPr>
        <p:cNvPr id="1" name=""/>
        <p:cNvGrpSpPr/>
        <p:nvPr/>
      </p:nvGrpSpPr>
      <p:grpSpPr>
        <a:xfrm>
          <a:off x="0" y="0"/>
          <a:ext cx="0" cy="0"/>
          <a:chOff x="0" y="0"/>
          <a:chExt cx="0" cy="0"/>
        </a:xfrm>
      </p:grpSpPr>
      <p:pic>
        <p:nvPicPr>
          <p:cNvPr id="5" name="Picture 4" descr="A close-up of a diamond&#10;&#10;Description automatically generated">
            <a:extLst>
              <a:ext uri="{FF2B5EF4-FFF2-40B4-BE49-F238E27FC236}">
                <a16:creationId xmlns:a16="http://schemas.microsoft.com/office/drawing/2014/main" id="{3D161BB7-6003-35C7-85E6-7103BA3F8DBB}"/>
              </a:ext>
            </a:extLst>
          </p:cNvPr>
          <p:cNvPicPr>
            <a:picLocks noChangeAspect="1"/>
          </p:cNvPicPr>
          <p:nvPr userDrawn="1"/>
        </p:nvPicPr>
        <p:blipFill>
          <a:blip r:embed="rId2"/>
          <a:stretch>
            <a:fillRect/>
          </a:stretch>
        </p:blipFill>
        <p:spPr>
          <a:xfrm>
            <a:off x="-1" y="820"/>
            <a:ext cx="12193459" cy="6857181"/>
          </a:xfrm>
          <a:prstGeom prst="rect">
            <a:avLst/>
          </a:prstGeom>
        </p:spPr>
      </p:pic>
      <p:sp>
        <p:nvSpPr>
          <p:cNvPr id="16" name="Text Placeholder 3">
            <a:extLst>
              <a:ext uri="{FF2B5EF4-FFF2-40B4-BE49-F238E27FC236}">
                <a16:creationId xmlns:a16="http://schemas.microsoft.com/office/drawing/2014/main" id="{78D463F1-6E9D-C209-7D14-178DD291F1A1}"/>
              </a:ext>
            </a:extLst>
          </p:cNvPr>
          <p:cNvSpPr>
            <a:spLocks noGrp="1"/>
          </p:cNvSpPr>
          <p:nvPr>
            <p:ph type="body" sz="half" idx="2" hasCustomPrompt="1"/>
          </p:nvPr>
        </p:nvSpPr>
        <p:spPr>
          <a:xfrm>
            <a:off x="463064" y="3683021"/>
            <a:ext cx="2766273" cy="447859"/>
          </a:xfrm>
        </p:spPr>
        <p:txBody>
          <a:bodyPr anchor="b">
            <a:normAutofit/>
          </a:bodyPr>
          <a:lstStyle>
            <a:lvl1pPr marL="0" indent="0" algn="l">
              <a:buNone/>
              <a:defRPr sz="18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17" name="Text Placeholder 3">
            <a:extLst>
              <a:ext uri="{FF2B5EF4-FFF2-40B4-BE49-F238E27FC236}">
                <a16:creationId xmlns:a16="http://schemas.microsoft.com/office/drawing/2014/main" id="{6871E96C-F269-1BB7-0766-D7158F812E77}"/>
              </a:ext>
            </a:extLst>
          </p:cNvPr>
          <p:cNvSpPr>
            <a:spLocks noGrp="1"/>
          </p:cNvSpPr>
          <p:nvPr>
            <p:ph type="body" sz="half" idx="12" hasCustomPrompt="1"/>
          </p:nvPr>
        </p:nvSpPr>
        <p:spPr>
          <a:xfrm>
            <a:off x="463064" y="4175389"/>
            <a:ext cx="2766273" cy="879781"/>
          </a:xfrm>
        </p:spPr>
        <p:txBody>
          <a:bodyPr>
            <a:normAutofit/>
          </a:bodyPr>
          <a:lstStyle>
            <a:lvl1pPr marL="0" indent="0" algn="l">
              <a:buNone/>
              <a:defRPr sz="13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2" name="Title 8">
            <a:extLst>
              <a:ext uri="{FF2B5EF4-FFF2-40B4-BE49-F238E27FC236}">
                <a16:creationId xmlns:a16="http://schemas.microsoft.com/office/drawing/2014/main" id="{10E3879A-0FF8-1BC7-A997-4192C2690C33}"/>
              </a:ext>
            </a:extLst>
          </p:cNvPr>
          <p:cNvSpPr>
            <a:spLocks noGrp="1"/>
          </p:cNvSpPr>
          <p:nvPr>
            <p:ph type="title" hasCustomPrompt="1"/>
          </p:nvPr>
        </p:nvSpPr>
        <p:spPr>
          <a:xfrm>
            <a:off x="463064" y="537963"/>
            <a:ext cx="7624296" cy="1062287"/>
          </a:xfrm>
        </p:spPr>
        <p:txBody>
          <a:bodyPr anchor="t"/>
          <a:lstStyle>
            <a:lvl1pPr>
              <a:defRPr/>
            </a:lvl1pPr>
          </a:lstStyle>
          <a:p>
            <a:r>
              <a:rPr lang="en-US"/>
              <a:t>Speaker slide title to go here</a:t>
            </a:r>
          </a:p>
        </p:txBody>
      </p:sp>
      <p:sp>
        <p:nvSpPr>
          <p:cNvPr id="7" name="Text Placeholder 3">
            <a:extLst>
              <a:ext uri="{FF2B5EF4-FFF2-40B4-BE49-F238E27FC236}">
                <a16:creationId xmlns:a16="http://schemas.microsoft.com/office/drawing/2014/main" id="{7895389D-35E9-B41D-500C-B49E18FB65AE}"/>
              </a:ext>
            </a:extLst>
          </p:cNvPr>
          <p:cNvSpPr>
            <a:spLocks noGrp="1"/>
          </p:cNvSpPr>
          <p:nvPr>
            <p:ph type="body" sz="half" idx="13" hasCustomPrompt="1"/>
          </p:nvPr>
        </p:nvSpPr>
        <p:spPr>
          <a:xfrm>
            <a:off x="3831297" y="3683021"/>
            <a:ext cx="2766273" cy="447859"/>
          </a:xfrm>
        </p:spPr>
        <p:txBody>
          <a:bodyPr anchor="b">
            <a:normAutofit/>
          </a:bodyPr>
          <a:lstStyle>
            <a:lvl1pPr marL="0" indent="0" algn="l">
              <a:buNone/>
              <a:defRPr sz="18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8" name="Text Placeholder 3">
            <a:extLst>
              <a:ext uri="{FF2B5EF4-FFF2-40B4-BE49-F238E27FC236}">
                <a16:creationId xmlns:a16="http://schemas.microsoft.com/office/drawing/2014/main" id="{C2BDF08B-0EBF-FC7B-BE8E-F87A05C42DB5}"/>
              </a:ext>
            </a:extLst>
          </p:cNvPr>
          <p:cNvSpPr>
            <a:spLocks noGrp="1"/>
          </p:cNvSpPr>
          <p:nvPr>
            <p:ph type="body" sz="half" idx="14" hasCustomPrompt="1"/>
          </p:nvPr>
        </p:nvSpPr>
        <p:spPr>
          <a:xfrm>
            <a:off x="3831297" y="4175389"/>
            <a:ext cx="2766273" cy="879781"/>
          </a:xfrm>
        </p:spPr>
        <p:txBody>
          <a:bodyPr>
            <a:normAutofit/>
          </a:bodyPr>
          <a:lstStyle>
            <a:lvl1pPr marL="0" indent="0" algn="l">
              <a:buNone/>
              <a:defRPr sz="13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9" name="Text Placeholder 3">
            <a:extLst>
              <a:ext uri="{FF2B5EF4-FFF2-40B4-BE49-F238E27FC236}">
                <a16:creationId xmlns:a16="http://schemas.microsoft.com/office/drawing/2014/main" id="{84F4E178-81C9-04C0-C43A-71E9ACC61B49}"/>
              </a:ext>
            </a:extLst>
          </p:cNvPr>
          <p:cNvSpPr>
            <a:spLocks noGrp="1"/>
          </p:cNvSpPr>
          <p:nvPr>
            <p:ph type="body" sz="half" idx="15" hasCustomPrompt="1"/>
          </p:nvPr>
        </p:nvSpPr>
        <p:spPr>
          <a:xfrm>
            <a:off x="7199530" y="3683021"/>
            <a:ext cx="2766273" cy="447859"/>
          </a:xfrm>
        </p:spPr>
        <p:txBody>
          <a:bodyPr anchor="b">
            <a:normAutofit/>
          </a:bodyPr>
          <a:lstStyle>
            <a:lvl1pPr marL="0" indent="0" algn="l">
              <a:buNone/>
              <a:defRPr sz="1800" b="1">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Name here</a:t>
            </a:r>
          </a:p>
        </p:txBody>
      </p:sp>
      <p:sp>
        <p:nvSpPr>
          <p:cNvPr id="10" name="Text Placeholder 3">
            <a:extLst>
              <a:ext uri="{FF2B5EF4-FFF2-40B4-BE49-F238E27FC236}">
                <a16:creationId xmlns:a16="http://schemas.microsoft.com/office/drawing/2014/main" id="{CA68D8C4-02AA-A103-D844-8113E642C934}"/>
              </a:ext>
            </a:extLst>
          </p:cNvPr>
          <p:cNvSpPr>
            <a:spLocks noGrp="1"/>
          </p:cNvSpPr>
          <p:nvPr>
            <p:ph type="body" sz="half" idx="16" hasCustomPrompt="1"/>
          </p:nvPr>
        </p:nvSpPr>
        <p:spPr>
          <a:xfrm>
            <a:off x="7199530" y="4175389"/>
            <a:ext cx="2766273" cy="879781"/>
          </a:xfrm>
        </p:spPr>
        <p:txBody>
          <a:bodyPr>
            <a:normAutofit/>
          </a:bodyPr>
          <a:lstStyle>
            <a:lvl1pPr marL="0" indent="0" algn="l">
              <a:buNone/>
              <a:defRPr sz="1300">
                <a:solidFill>
                  <a:srgbClr val="310086"/>
                </a:solidFill>
              </a:defRPr>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credentials</a:t>
            </a:r>
          </a:p>
        </p:txBody>
      </p:sp>
      <p:sp>
        <p:nvSpPr>
          <p:cNvPr id="6" name="Picture Placeholder 5">
            <a:extLst>
              <a:ext uri="{FF2B5EF4-FFF2-40B4-BE49-F238E27FC236}">
                <a16:creationId xmlns:a16="http://schemas.microsoft.com/office/drawing/2014/main" id="{B9D0647C-67F6-47AE-1105-E560BB8BED87}"/>
              </a:ext>
            </a:extLst>
          </p:cNvPr>
          <p:cNvSpPr>
            <a:spLocks noGrp="1"/>
          </p:cNvSpPr>
          <p:nvPr>
            <p:ph type="pic" sz="quarter" idx="17"/>
          </p:nvPr>
        </p:nvSpPr>
        <p:spPr>
          <a:xfrm>
            <a:off x="463063" y="2146271"/>
            <a:ext cx="1488714" cy="1488714"/>
          </a:xfrm>
          <a:prstGeom prst="ellipse">
            <a:avLst/>
          </a:prstGeom>
          <a:solidFill>
            <a:schemeClr val="bg2"/>
          </a:solidFill>
          <a:ln>
            <a:noFill/>
          </a:ln>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18" name="Picture Placeholder 17">
            <a:extLst>
              <a:ext uri="{FF2B5EF4-FFF2-40B4-BE49-F238E27FC236}">
                <a16:creationId xmlns:a16="http://schemas.microsoft.com/office/drawing/2014/main" id="{7CDAE208-8616-B1BD-FF46-29E9F3CBAF74}"/>
              </a:ext>
            </a:extLst>
          </p:cNvPr>
          <p:cNvSpPr>
            <a:spLocks noGrp="1"/>
          </p:cNvSpPr>
          <p:nvPr>
            <p:ph type="pic" sz="quarter" idx="18"/>
          </p:nvPr>
        </p:nvSpPr>
        <p:spPr>
          <a:xfrm>
            <a:off x="3830639" y="2146302"/>
            <a:ext cx="1489075" cy="1489075"/>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sp>
        <p:nvSpPr>
          <p:cNvPr id="20" name="Picture Placeholder 19">
            <a:extLst>
              <a:ext uri="{FF2B5EF4-FFF2-40B4-BE49-F238E27FC236}">
                <a16:creationId xmlns:a16="http://schemas.microsoft.com/office/drawing/2014/main" id="{83263C18-37FD-A527-2221-7D5AD315B9A2}"/>
              </a:ext>
            </a:extLst>
          </p:cNvPr>
          <p:cNvSpPr>
            <a:spLocks noGrp="1"/>
          </p:cNvSpPr>
          <p:nvPr>
            <p:ph type="pic" sz="quarter" idx="19"/>
          </p:nvPr>
        </p:nvSpPr>
        <p:spPr>
          <a:xfrm>
            <a:off x="7199314" y="2146302"/>
            <a:ext cx="1489075" cy="1489075"/>
          </a:xfrm>
          <a:prstGeom prst="ellipse">
            <a:avLst/>
          </a:prstGeom>
          <a:solidFill>
            <a:schemeClr val="bg2"/>
          </a:solidFill>
          <a:effectLst>
            <a:outerShdw blurRad="355600" sx="106000" sy="106000" algn="ctr" rotWithShape="0">
              <a:prstClr val="black">
                <a:alpha val="10000"/>
              </a:prstClr>
            </a:outerShdw>
          </a:effectLst>
        </p:spPr>
        <p:txBody>
          <a:bodyPr anchor="ctr">
            <a:normAutofit/>
          </a:bodyPr>
          <a:lstStyle>
            <a:lvl1pPr marL="0" indent="0" algn="ctr">
              <a:buNone/>
              <a:defRPr sz="1100"/>
            </a:lvl1pPr>
          </a:lstStyle>
          <a:p>
            <a:endParaRPr lang="en-GB"/>
          </a:p>
        </p:txBody>
      </p:sp>
      <p:pic>
        <p:nvPicPr>
          <p:cNvPr id="11" name="Picture 10" descr="A purple text on a black background&#10;&#10;AI-generated content may be incorrect.">
            <a:extLst>
              <a:ext uri="{FF2B5EF4-FFF2-40B4-BE49-F238E27FC236}">
                <a16:creationId xmlns:a16="http://schemas.microsoft.com/office/drawing/2014/main" id="{93C2DC29-DBD7-ED22-DACA-6324E763E0B0}"/>
              </a:ext>
            </a:extLst>
          </p:cNvPr>
          <p:cNvPicPr>
            <a:picLocks noChangeAspect="1"/>
          </p:cNvPicPr>
          <p:nvPr userDrawn="1"/>
        </p:nvPicPr>
        <p:blipFill>
          <a:blip r:embed="rId3"/>
          <a:stretch>
            <a:fillRect/>
          </a:stretch>
        </p:blipFill>
        <p:spPr>
          <a:xfrm>
            <a:off x="8688388" y="343992"/>
            <a:ext cx="3471060" cy="1256256"/>
          </a:xfrm>
          <a:prstGeom prst="rect">
            <a:avLst/>
          </a:prstGeom>
        </p:spPr>
      </p:pic>
    </p:spTree>
    <p:extLst>
      <p:ext uri="{BB962C8B-B14F-4D97-AF65-F5344CB8AC3E}">
        <p14:creationId xmlns:p14="http://schemas.microsoft.com/office/powerpoint/2010/main" val="15435344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ontent Slide 0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E6C05-D83F-E12B-DEC6-E05CA9C1E1A7}"/>
              </a:ext>
            </a:extLst>
          </p:cNvPr>
          <p:cNvSpPr>
            <a:spLocks noGrp="1"/>
          </p:cNvSpPr>
          <p:nvPr>
            <p:ph type="title"/>
          </p:nvPr>
        </p:nvSpPr>
        <p:spPr>
          <a:xfrm>
            <a:off x="597723" y="365127"/>
            <a:ext cx="10515600" cy="945201"/>
          </a:xfrm>
        </p:spPr>
        <p:txBody>
          <a:bodyPr>
            <a:noAutofit/>
          </a:bodyPr>
          <a:lstStyle/>
          <a:p>
            <a:r>
              <a:rPr lang="en-US"/>
              <a:t>Click to edit Master title style</a:t>
            </a:r>
          </a:p>
        </p:txBody>
      </p:sp>
      <p:sp>
        <p:nvSpPr>
          <p:cNvPr id="3" name="Content Placeholder 2">
            <a:extLst>
              <a:ext uri="{FF2B5EF4-FFF2-40B4-BE49-F238E27FC236}">
                <a16:creationId xmlns:a16="http://schemas.microsoft.com/office/drawing/2014/main" id="{222A9788-A126-D921-1DE9-AB84ECDF52DB}"/>
              </a:ext>
            </a:extLst>
          </p:cNvPr>
          <p:cNvSpPr>
            <a:spLocks noGrp="1"/>
          </p:cNvSpPr>
          <p:nvPr>
            <p:ph idx="1"/>
          </p:nvPr>
        </p:nvSpPr>
        <p:spPr>
          <a:xfrm>
            <a:off x="597723" y="1937082"/>
            <a:ext cx="10515600" cy="3729792"/>
          </a:xfrm>
        </p:spPr>
        <p:txBody>
          <a:bodyPr>
            <a:noAutofit/>
          </a:bodyPr>
          <a:lstStyle>
            <a:lvl1pPr>
              <a:defRPr sz="1800"/>
            </a:lvl1pPr>
            <a:lvl2pPr>
              <a:defRPr sz="1600"/>
            </a:lvl2pPr>
          </a:lstStyle>
          <a:p>
            <a:pPr lvl="0"/>
            <a:r>
              <a:rPr lang="en-US"/>
              <a:t>Click to edit Master text styles</a:t>
            </a:r>
          </a:p>
          <a:p>
            <a:pPr lvl="1"/>
            <a:r>
              <a:rPr lang="en-US"/>
              <a:t>Second level</a:t>
            </a:r>
          </a:p>
        </p:txBody>
      </p:sp>
      <p:sp>
        <p:nvSpPr>
          <p:cNvPr id="8" name="Footer Placeholder 4">
            <a:extLst>
              <a:ext uri="{FF2B5EF4-FFF2-40B4-BE49-F238E27FC236}">
                <a16:creationId xmlns:a16="http://schemas.microsoft.com/office/drawing/2014/main" id="{4803C873-5A3A-70E6-16AE-18D117FB911F}"/>
              </a:ext>
            </a:extLst>
          </p:cNvPr>
          <p:cNvSpPr>
            <a:spLocks noGrp="1"/>
          </p:cNvSpPr>
          <p:nvPr>
            <p:ph type="ftr" sz="quarter" idx="11"/>
          </p:nvPr>
        </p:nvSpPr>
        <p:spPr>
          <a:xfrm>
            <a:off x="597723" y="5775157"/>
            <a:ext cx="10515600" cy="851321"/>
          </a:xfrm>
        </p:spPr>
        <p:txBody>
          <a:bodyPr anchor="b"/>
          <a:lstStyle>
            <a:lvl1pPr>
              <a:defRPr>
                <a:solidFill>
                  <a:srgbClr val="00AFA6"/>
                </a:solidFill>
              </a:defRPr>
            </a:lvl1pPr>
          </a:lstStyle>
          <a:p>
            <a:pPr>
              <a:spcAft>
                <a:spcPts val="600"/>
              </a:spcAft>
            </a:pPr>
            <a:r>
              <a:rPr lang="en-US"/>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a:t>
            </a:r>
          </a:p>
        </p:txBody>
      </p:sp>
      <p:sp>
        <p:nvSpPr>
          <p:cNvPr id="10" name="Text Placeholder 2">
            <a:extLst>
              <a:ext uri="{FF2B5EF4-FFF2-40B4-BE49-F238E27FC236}">
                <a16:creationId xmlns:a16="http://schemas.microsoft.com/office/drawing/2014/main" id="{53B02A4F-405E-C896-5272-B32B1E6E51D4}"/>
              </a:ext>
            </a:extLst>
          </p:cNvPr>
          <p:cNvSpPr>
            <a:spLocks noGrp="1"/>
          </p:cNvSpPr>
          <p:nvPr>
            <p:ph type="body" idx="12"/>
          </p:nvPr>
        </p:nvSpPr>
        <p:spPr>
          <a:xfrm>
            <a:off x="597723" y="1406582"/>
            <a:ext cx="10515600" cy="434250"/>
          </a:xfrm>
        </p:spPr>
        <p:txBody>
          <a:bodyPr anchor="t">
            <a:noAutofit/>
          </a:bodyPr>
          <a:lstStyle>
            <a:lvl1pPr marL="0" indent="0">
              <a:buNone/>
              <a:defRPr sz="2000" b="1" i="0">
                <a:latin typeface="Arial Black" panose="020B0604020202020204" pitchFamily="34" charset="0"/>
                <a:cs typeface="Arial Black" panose="020B0604020202020204" pitchFamily="34" charset="0"/>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Tree>
    <p:extLst>
      <p:ext uri="{BB962C8B-B14F-4D97-AF65-F5344CB8AC3E}">
        <p14:creationId xmlns:p14="http://schemas.microsoft.com/office/powerpoint/2010/main" val="1684644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image" Target="../media/image1.emf"/><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oleObject" Target="../embeddings/oleObject1.bin"/><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tags" Target="../tags/tag7.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theme" Target="../theme/theme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4F00111-1E97-1DFC-4BEF-FEACE1B4499E}"/>
              </a:ext>
            </a:extLst>
          </p:cNvPr>
          <p:cNvGraphicFramePr>
            <a:graphicFrameLocks noChangeAspect="1"/>
          </p:cNvGraphicFramePr>
          <p:nvPr userDrawn="1">
            <p:custDataLst>
              <p:tags r:id="rId26"/>
            </p:custDataLst>
            <p:extLst>
              <p:ext uri="{D42A27DB-BD31-4B8C-83A1-F6EECF244321}">
                <p14:modId xmlns:p14="http://schemas.microsoft.com/office/powerpoint/2010/main" val="3928783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59" imgH="360" progId="TCLayout.ActiveDocument.1">
                  <p:embed/>
                </p:oleObj>
              </mc:Choice>
              <mc:Fallback>
                <p:oleObj name="think-cell Slide" r:id="rId27" imgW="359" imgH="360" progId="TCLayout.ActiveDocument.1">
                  <p:embed/>
                  <p:pic>
                    <p:nvPicPr>
                      <p:cNvPr id="13" name="think-cell data - do not delete" hidden="1">
                        <a:extLst>
                          <a:ext uri="{FF2B5EF4-FFF2-40B4-BE49-F238E27FC236}">
                            <a16:creationId xmlns:a16="http://schemas.microsoft.com/office/drawing/2014/main" id="{F4F00111-1E97-1DFC-4BEF-FEACE1B4499E}"/>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BE753EA7-D1A7-EB59-B96F-9A160D380C90}"/>
              </a:ext>
            </a:extLst>
          </p:cNvPr>
          <p:cNvSpPr>
            <a:spLocks noGrp="1"/>
          </p:cNvSpPr>
          <p:nvPr>
            <p:ph type="title"/>
          </p:nvPr>
        </p:nvSpPr>
        <p:spPr>
          <a:xfrm>
            <a:off x="463064"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A08221-15C3-6B6E-19D8-DD13327CB56C}"/>
              </a:ext>
            </a:extLst>
          </p:cNvPr>
          <p:cNvSpPr>
            <a:spLocks noGrp="1"/>
          </p:cNvSpPr>
          <p:nvPr>
            <p:ph type="body" idx="1"/>
          </p:nvPr>
        </p:nvSpPr>
        <p:spPr>
          <a:xfrm>
            <a:off x="463064" y="1825625"/>
            <a:ext cx="10515600" cy="4351338"/>
          </a:xfrm>
          <a:prstGeom prst="rect">
            <a:avLst/>
          </a:prstGeom>
        </p:spPr>
        <p:txBody>
          <a:bodyPr vert="horz" lIns="91440" tIns="45720" rIns="91440" bIns="45720" rtlCol="0">
            <a:normAutofit/>
          </a:bodyPr>
          <a:lstStyle/>
          <a:p>
            <a:pPr lvl="0"/>
            <a:r>
              <a:rPr lang="en-US"/>
              <a:t>First bullet</a:t>
            </a:r>
          </a:p>
          <a:p>
            <a:pPr lvl="1"/>
            <a:r>
              <a:rPr lang="en-US"/>
              <a:t>Second bullet</a:t>
            </a:r>
          </a:p>
          <a:p>
            <a:pPr lvl="2"/>
            <a:r>
              <a:rPr lang="en-US"/>
              <a:t>Third bullet</a:t>
            </a:r>
          </a:p>
        </p:txBody>
      </p:sp>
      <p:sp>
        <p:nvSpPr>
          <p:cNvPr id="4" name="Date Placeholder 3">
            <a:extLst>
              <a:ext uri="{FF2B5EF4-FFF2-40B4-BE49-F238E27FC236}">
                <a16:creationId xmlns:a16="http://schemas.microsoft.com/office/drawing/2014/main" id="{24A0836D-D0FE-9C9B-C000-E3B6CE9A0DC7}"/>
              </a:ext>
            </a:extLst>
          </p:cNvPr>
          <p:cNvSpPr>
            <a:spLocks noGrp="1"/>
          </p:cNvSpPr>
          <p:nvPr>
            <p:ph type="dt" sz="half" idx="2"/>
          </p:nvPr>
        </p:nvSpPr>
        <p:spPr>
          <a:xfrm>
            <a:off x="463064" y="6356350"/>
            <a:ext cx="2743200" cy="365125"/>
          </a:xfrm>
          <a:prstGeom prst="rect">
            <a:avLst/>
          </a:prstGeom>
        </p:spPr>
        <p:txBody>
          <a:bodyPr vert="horz" lIns="91440" tIns="45720" rIns="91440" bIns="45720" rtlCol="0" anchor="ctr"/>
          <a:lstStyle>
            <a:lvl1pPr algn="l">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endParaRPr lang="en-US"/>
          </a:p>
        </p:txBody>
      </p:sp>
      <p:sp>
        <p:nvSpPr>
          <p:cNvPr id="5" name="Footer Placeholder 4">
            <a:extLst>
              <a:ext uri="{FF2B5EF4-FFF2-40B4-BE49-F238E27FC236}">
                <a16:creationId xmlns:a16="http://schemas.microsoft.com/office/drawing/2014/main" id="{74E88109-AEBE-D5FD-EB86-F4B41819CE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r>
              <a:rPr lang="en-US"/>
              <a:t>Footer here </a:t>
            </a:r>
          </a:p>
        </p:txBody>
      </p:sp>
      <p:sp>
        <p:nvSpPr>
          <p:cNvPr id="6" name="Slide Number Placeholder 5">
            <a:extLst>
              <a:ext uri="{FF2B5EF4-FFF2-40B4-BE49-F238E27FC236}">
                <a16:creationId xmlns:a16="http://schemas.microsoft.com/office/drawing/2014/main" id="{CCD417D1-BBD3-001E-E8AB-40FAF4882C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fld id="{7605A100-7B4C-1148-BD4A-6E97FABA58EB}" type="slidenum">
              <a:rPr lang="en-US" smtClean="0"/>
              <a:pPr/>
              <a:t>‹#›</a:t>
            </a:fld>
            <a:endParaRPr lang="en-US"/>
          </a:p>
        </p:txBody>
      </p:sp>
    </p:spTree>
    <p:extLst>
      <p:ext uri="{BB962C8B-B14F-4D97-AF65-F5344CB8AC3E}">
        <p14:creationId xmlns:p14="http://schemas.microsoft.com/office/powerpoint/2010/main" val="2092246800"/>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Lst>
  <p:hf sldNum="0" hdr="0" dt="0"/>
  <p:txStyles>
    <p:titleStyle>
      <a:lvl1pPr algn="l" defTabSz="914400" rtl="0" eaLnBrk="1" latinLnBrk="0" hangingPunct="1">
        <a:lnSpc>
          <a:spcPct val="100000"/>
        </a:lnSpc>
        <a:spcBef>
          <a:spcPct val="0"/>
        </a:spcBef>
        <a:buNone/>
        <a:defRPr sz="3600" b="1" i="0" kern="1200">
          <a:solidFill>
            <a:srgbClr val="991BC5"/>
          </a:solidFill>
          <a:latin typeface="Avenir Next LT Pro" panose="020B050402020202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100000"/>
        </a:lnSpc>
        <a:spcBef>
          <a:spcPts val="1000"/>
        </a:spcBef>
        <a:buClr>
          <a:srgbClr val="991BC5"/>
        </a:buClr>
        <a:buFont typeface="Arial" panose="020B0604020202020204" pitchFamily="34" charset="0"/>
        <a:buChar char="•"/>
        <a:defRPr sz="24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100000"/>
        </a:lnSpc>
        <a:spcBef>
          <a:spcPts val="500"/>
        </a:spcBef>
        <a:buClr>
          <a:srgbClr val="991BC5"/>
        </a:buClr>
        <a:buSzPct val="100000"/>
        <a:buFont typeface="Tahoma" panose="020B0604030504040204" pitchFamily="34" charset="0"/>
        <a:buChar char="‣"/>
        <a:defRPr sz="20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100000"/>
        </a:lnSpc>
        <a:spcBef>
          <a:spcPts val="500"/>
        </a:spcBef>
        <a:buClr>
          <a:srgbClr val="310086"/>
        </a:buClr>
        <a:buFont typeface="Tahoma" panose="020B0604030504040204" pitchFamily="34" charset="0"/>
        <a:buChar char="‣"/>
        <a:defRPr sz="20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310086"/>
          </a:solidFill>
          <a:latin typeface="Avenir Next" panose="020B05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310086"/>
          </a:solidFill>
          <a:latin typeface="Avenir Next" panose="020B05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4F00111-1E97-1DFC-4BEF-FEACE1B4499E}"/>
              </a:ext>
            </a:extLst>
          </p:cNvPr>
          <p:cNvGraphicFramePr>
            <a:graphicFrameLocks noChangeAspect="1"/>
          </p:cNvGraphicFramePr>
          <p:nvPr userDrawn="1">
            <p:custDataLst>
              <p:tags r:id="rId24"/>
            </p:custDataLst>
            <p:extLst>
              <p:ext uri="{D42A27DB-BD31-4B8C-83A1-F6EECF244321}">
                <p14:modId xmlns:p14="http://schemas.microsoft.com/office/powerpoint/2010/main" val="3928783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59" imgH="360" progId="TCLayout.ActiveDocument.1">
                  <p:embed/>
                </p:oleObj>
              </mc:Choice>
              <mc:Fallback>
                <p:oleObj name="think-cell Slide" r:id="rId25" imgW="359" imgH="360" progId="TCLayout.ActiveDocument.1">
                  <p:embed/>
                  <p:pic>
                    <p:nvPicPr>
                      <p:cNvPr id="13" name="think-cell data - do not delete" hidden="1">
                        <a:extLst>
                          <a:ext uri="{FF2B5EF4-FFF2-40B4-BE49-F238E27FC236}">
                            <a16:creationId xmlns:a16="http://schemas.microsoft.com/office/drawing/2014/main" id="{F4F00111-1E97-1DFC-4BEF-FEACE1B4499E}"/>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BE753EA7-D1A7-EB59-B96F-9A160D380C90}"/>
              </a:ext>
            </a:extLst>
          </p:cNvPr>
          <p:cNvSpPr>
            <a:spLocks noGrp="1"/>
          </p:cNvSpPr>
          <p:nvPr>
            <p:ph type="title"/>
          </p:nvPr>
        </p:nvSpPr>
        <p:spPr>
          <a:xfrm>
            <a:off x="463065"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A08221-15C3-6B6E-19D8-DD13327CB56C}"/>
              </a:ext>
            </a:extLst>
          </p:cNvPr>
          <p:cNvSpPr>
            <a:spLocks noGrp="1"/>
          </p:cNvSpPr>
          <p:nvPr>
            <p:ph type="body" idx="1"/>
          </p:nvPr>
        </p:nvSpPr>
        <p:spPr>
          <a:xfrm>
            <a:off x="463065" y="1825625"/>
            <a:ext cx="10515600" cy="4351338"/>
          </a:xfrm>
          <a:prstGeom prst="rect">
            <a:avLst/>
          </a:prstGeom>
        </p:spPr>
        <p:txBody>
          <a:bodyPr vert="horz" lIns="91440" tIns="45720" rIns="91440" bIns="45720" rtlCol="0">
            <a:normAutofit/>
          </a:bodyPr>
          <a:lstStyle/>
          <a:p>
            <a:pPr lvl="0"/>
            <a:r>
              <a:rPr lang="en-US"/>
              <a:t>First bullet</a:t>
            </a:r>
          </a:p>
          <a:p>
            <a:pPr lvl="1"/>
            <a:r>
              <a:rPr lang="en-US"/>
              <a:t>Second bullet</a:t>
            </a:r>
          </a:p>
          <a:p>
            <a:pPr lvl="2"/>
            <a:r>
              <a:rPr lang="en-US"/>
              <a:t>Third bullet</a:t>
            </a:r>
          </a:p>
        </p:txBody>
      </p:sp>
      <p:sp>
        <p:nvSpPr>
          <p:cNvPr id="4" name="Date Placeholder 3">
            <a:extLst>
              <a:ext uri="{FF2B5EF4-FFF2-40B4-BE49-F238E27FC236}">
                <a16:creationId xmlns:a16="http://schemas.microsoft.com/office/drawing/2014/main" id="{24A0836D-D0FE-9C9B-C000-E3B6CE9A0DC7}"/>
              </a:ext>
            </a:extLst>
          </p:cNvPr>
          <p:cNvSpPr>
            <a:spLocks noGrp="1"/>
          </p:cNvSpPr>
          <p:nvPr>
            <p:ph type="dt" sz="half" idx="2"/>
          </p:nvPr>
        </p:nvSpPr>
        <p:spPr>
          <a:xfrm>
            <a:off x="463065" y="6356352"/>
            <a:ext cx="2743200" cy="365125"/>
          </a:xfrm>
          <a:prstGeom prst="rect">
            <a:avLst/>
          </a:prstGeom>
        </p:spPr>
        <p:txBody>
          <a:bodyPr vert="horz" lIns="91440" tIns="45720" rIns="91440" bIns="45720" rtlCol="0" anchor="ctr"/>
          <a:lstStyle>
            <a:lvl1pPr algn="l">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endParaRPr lang="en-US"/>
          </a:p>
        </p:txBody>
      </p:sp>
      <p:sp>
        <p:nvSpPr>
          <p:cNvPr id="5" name="Footer Placeholder 4">
            <a:extLst>
              <a:ext uri="{FF2B5EF4-FFF2-40B4-BE49-F238E27FC236}">
                <a16:creationId xmlns:a16="http://schemas.microsoft.com/office/drawing/2014/main" id="{74E88109-AEBE-D5FD-EB86-F4B41819CE37}"/>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r>
              <a:rPr lang="en-US"/>
              <a:t>Footer here </a:t>
            </a:r>
          </a:p>
        </p:txBody>
      </p:sp>
      <p:sp>
        <p:nvSpPr>
          <p:cNvPr id="6" name="Slide Number Placeholder 5">
            <a:extLst>
              <a:ext uri="{FF2B5EF4-FFF2-40B4-BE49-F238E27FC236}">
                <a16:creationId xmlns:a16="http://schemas.microsoft.com/office/drawing/2014/main" id="{CCD417D1-BBD3-001E-E8AB-40FAF4882CAD}"/>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lnSpc>
                <a:spcPct val="100000"/>
              </a:lnSpc>
              <a:defRPr sz="1000" b="0" i="0">
                <a:solidFill>
                  <a:schemeClr val="bg1">
                    <a:lumMod val="50000"/>
                  </a:schemeClr>
                </a:solidFill>
                <a:latin typeface="Avenir Next LT Pro" panose="020B0504020202020204" pitchFamily="34" charset="0"/>
                <a:ea typeface="Tahoma" panose="020B0604030504040204" pitchFamily="34" charset="0"/>
                <a:cs typeface="Tahoma" panose="020B0604030504040204" pitchFamily="34" charset="0"/>
              </a:defRPr>
            </a:lvl1pPr>
          </a:lstStyle>
          <a:p>
            <a:fld id="{7605A100-7B4C-1148-BD4A-6E97FABA58EB}" type="slidenum">
              <a:rPr lang="en-US" smtClean="0"/>
              <a:pPr/>
              <a:t>‹#›</a:t>
            </a:fld>
            <a:endParaRPr lang="en-US"/>
          </a:p>
        </p:txBody>
      </p:sp>
    </p:spTree>
    <p:extLst>
      <p:ext uri="{BB962C8B-B14F-4D97-AF65-F5344CB8AC3E}">
        <p14:creationId xmlns:p14="http://schemas.microsoft.com/office/powerpoint/2010/main" val="2608740276"/>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Lst>
  <p:hf sldNum="0" hdr="0" dt="0"/>
  <p:txStyles>
    <p:titleStyle>
      <a:lvl1pPr algn="l" defTabSz="914309" rtl="0" eaLnBrk="1" latinLnBrk="0" hangingPunct="1">
        <a:lnSpc>
          <a:spcPct val="100000"/>
        </a:lnSpc>
        <a:spcBef>
          <a:spcPct val="0"/>
        </a:spcBef>
        <a:buNone/>
        <a:defRPr sz="3600" b="1" i="0" kern="1200">
          <a:solidFill>
            <a:srgbClr val="991BC5"/>
          </a:solidFill>
          <a:latin typeface="Avenir Next LT Pro" panose="020B0504020202020204" pitchFamily="34" charset="0"/>
          <a:ea typeface="Tahoma" panose="020B0604030504040204" pitchFamily="34" charset="0"/>
          <a:cs typeface="Tahoma" panose="020B0604030504040204" pitchFamily="34" charset="0"/>
        </a:defRPr>
      </a:lvl1pPr>
    </p:titleStyle>
    <p:bodyStyle>
      <a:lvl1pPr marL="228577" indent="-228577" algn="l" defTabSz="914309" rtl="0" eaLnBrk="1" latinLnBrk="0" hangingPunct="1">
        <a:lnSpc>
          <a:spcPct val="100000"/>
        </a:lnSpc>
        <a:spcBef>
          <a:spcPts val="1000"/>
        </a:spcBef>
        <a:buClr>
          <a:srgbClr val="991BC5"/>
        </a:buClr>
        <a:buFont typeface="Arial" panose="020B0604020202020204" pitchFamily="34" charset="0"/>
        <a:buChar char="•"/>
        <a:defRPr sz="24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1pPr>
      <a:lvl2pPr marL="685731" indent="-228577" algn="l" defTabSz="914309" rtl="0" eaLnBrk="1" latinLnBrk="0" hangingPunct="1">
        <a:lnSpc>
          <a:spcPct val="100000"/>
        </a:lnSpc>
        <a:spcBef>
          <a:spcPts val="500"/>
        </a:spcBef>
        <a:buClr>
          <a:srgbClr val="991BC5"/>
        </a:buClr>
        <a:buSzPct val="100000"/>
        <a:buFont typeface="Tahoma" panose="020B0604030504040204" pitchFamily="34" charset="0"/>
        <a:buChar char="‣"/>
        <a:defRPr sz="20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2pPr>
      <a:lvl3pPr marL="1142886" indent="-228577" algn="l" defTabSz="914309" rtl="0" eaLnBrk="1" latinLnBrk="0" hangingPunct="1">
        <a:lnSpc>
          <a:spcPct val="100000"/>
        </a:lnSpc>
        <a:spcBef>
          <a:spcPts val="500"/>
        </a:spcBef>
        <a:buClr>
          <a:srgbClr val="310086"/>
        </a:buClr>
        <a:buFont typeface="Tahoma" panose="020B0604030504040204" pitchFamily="34" charset="0"/>
        <a:buChar char="‣"/>
        <a:defRPr sz="2000" b="0" i="0" kern="1200">
          <a:solidFill>
            <a:srgbClr val="310086"/>
          </a:solidFill>
          <a:latin typeface="Avenir Next LT Pro" panose="020B0504020202020204" pitchFamily="34" charset="0"/>
          <a:ea typeface="Tahoma" panose="020B0604030504040204" pitchFamily="34" charset="0"/>
          <a:cs typeface="Tahoma" panose="020B0604030504040204" pitchFamily="34" charset="0"/>
        </a:defRPr>
      </a:lvl3pPr>
      <a:lvl4pPr marL="1600040" indent="-228577" algn="l" defTabSz="914309" rtl="0" eaLnBrk="1" latinLnBrk="0" hangingPunct="1">
        <a:lnSpc>
          <a:spcPct val="90000"/>
        </a:lnSpc>
        <a:spcBef>
          <a:spcPts val="500"/>
        </a:spcBef>
        <a:buFont typeface="Arial" panose="020B0604020202020204" pitchFamily="34" charset="0"/>
        <a:buChar char="•"/>
        <a:defRPr sz="1800" b="0" i="0" kern="1200">
          <a:solidFill>
            <a:srgbClr val="310086"/>
          </a:solidFill>
          <a:latin typeface="Avenir Next" panose="020B0503020202020204" pitchFamily="34" charset="0"/>
          <a:ea typeface="+mn-ea"/>
          <a:cs typeface="+mn-cs"/>
        </a:defRPr>
      </a:lvl4pPr>
      <a:lvl5pPr marL="2057194" indent="-228577" algn="l" defTabSz="914309" rtl="0" eaLnBrk="1" latinLnBrk="0" hangingPunct="1">
        <a:lnSpc>
          <a:spcPct val="90000"/>
        </a:lnSpc>
        <a:spcBef>
          <a:spcPts val="500"/>
        </a:spcBef>
        <a:buFont typeface="Arial" panose="020B0604020202020204" pitchFamily="34" charset="0"/>
        <a:buChar char="•"/>
        <a:defRPr sz="1800" b="0" i="0" kern="1200">
          <a:solidFill>
            <a:srgbClr val="310086"/>
          </a:solidFill>
          <a:latin typeface="Avenir Next" panose="020B0503020202020204" pitchFamily="34" charset="0"/>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7FFFFFD9_FB033E92.xml"/><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FFD8_8684B1F8.xml"/><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FFA9_FDCED39D.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3A_5AB4CC23.xml"/><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microsoft.com/office/2018/10/relationships/comments" Target="../comments/modernComment_7FFFF256_4E925DE.xml"/><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D16B517-BA32-9742-C678-D6AB7A22D43C}"/>
              </a:ext>
            </a:extLst>
          </p:cNvPr>
          <p:cNvPicPr>
            <a:picLocks noChangeAspect="1"/>
          </p:cNvPicPr>
          <p:nvPr/>
        </p:nvPicPr>
        <p:blipFill>
          <a:blip r:embed="rId4"/>
          <a:stretch>
            <a:fillRect/>
          </a:stretch>
        </p:blipFill>
        <p:spPr>
          <a:xfrm>
            <a:off x="-195651" y="-18063"/>
            <a:ext cx="2222520" cy="804441"/>
          </a:xfrm>
          <a:prstGeom prst="rect">
            <a:avLst/>
          </a:prstGeom>
        </p:spPr>
      </p:pic>
      <p:cxnSp>
        <p:nvCxnSpPr>
          <p:cNvPr id="4" name="直接连接符 3">
            <a:extLst>
              <a:ext uri="{FF2B5EF4-FFF2-40B4-BE49-F238E27FC236}">
                <a16:creationId xmlns:a16="http://schemas.microsoft.com/office/drawing/2014/main" id="{6F2F8429-B104-95E1-79BB-9A01F26CE642}"/>
              </a:ext>
            </a:extLst>
          </p:cNvPr>
          <p:cNvCxnSpPr>
            <a:cxnSpLocks/>
          </p:cNvCxnSpPr>
          <p:nvPr/>
        </p:nvCxnSpPr>
        <p:spPr>
          <a:xfrm>
            <a:off x="1752493" y="85438"/>
            <a:ext cx="0" cy="594727"/>
          </a:xfrm>
          <a:prstGeom prst="line">
            <a:avLst/>
          </a:prstGeom>
          <a:ln w="9525">
            <a:gradFill>
              <a:gsLst>
                <a:gs pos="44594">
                  <a:srgbClr val="9E89FD"/>
                </a:gs>
                <a:gs pos="29036">
                  <a:srgbClr val="AEB2FE"/>
                </a:gs>
                <a:gs pos="16206">
                  <a:srgbClr val="BBD4FE"/>
                </a:gs>
                <a:gs pos="0">
                  <a:schemeClr val="accent3">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2"/>
          </a:lnRef>
          <a:fillRef idx="0">
            <a:schemeClr val="accent2"/>
          </a:fillRef>
          <a:effectRef idx="0">
            <a:schemeClr val="accent2"/>
          </a:effectRef>
          <a:fontRef idx="minor">
            <a:schemeClr val="tx1"/>
          </a:fontRef>
        </p:style>
      </p:cxnSp>
      <p:sp>
        <p:nvSpPr>
          <p:cNvPr id="5" name="Title 13">
            <a:extLst>
              <a:ext uri="{FF2B5EF4-FFF2-40B4-BE49-F238E27FC236}">
                <a16:creationId xmlns:a16="http://schemas.microsoft.com/office/drawing/2014/main" id="{CF6E93DA-0C23-25CD-8B7F-06A77F2E4479}"/>
              </a:ext>
            </a:extLst>
          </p:cNvPr>
          <p:cNvSpPr>
            <a:spLocks noGrp="1"/>
          </p:cNvSpPr>
          <p:nvPr>
            <p:ph type="ctrTitle"/>
          </p:nvPr>
        </p:nvSpPr>
        <p:spPr>
          <a:xfrm>
            <a:off x="501596" y="2438400"/>
            <a:ext cx="8709745" cy="1857810"/>
          </a:xfrm>
        </p:spPr>
        <p:txBody>
          <a:bodyPr>
            <a:noAutofit/>
          </a:bodyPr>
          <a:lstStyle/>
          <a:p>
            <a:r>
              <a:rPr lang="en-US" sz="4000" i="1" dirty="0"/>
              <a:t>APEX China </a:t>
            </a:r>
            <a:r>
              <a:rPr lang="en-US" sz="4000" dirty="0"/>
              <a:t>Clinical Decision Making in </a:t>
            </a:r>
            <a:r>
              <a:rPr lang="en-US" sz="4000" dirty="0" err="1"/>
              <a:t>mHSPC</a:t>
            </a:r>
            <a:r>
              <a:rPr lang="en-US" sz="4000" dirty="0"/>
              <a:t>: Patient-specific factor for treatment selection </a:t>
            </a:r>
          </a:p>
        </p:txBody>
      </p:sp>
      <p:sp>
        <p:nvSpPr>
          <p:cNvPr id="6" name="Subtitle 14">
            <a:extLst>
              <a:ext uri="{FF2B5EF4-FFF2-40B4-BE49-F238E27FC236}">
                <a16:creationId xmlns:a16="http://schemas.microsoft.com/office/drawing/2014/main" id="{4D4452EF-56B1-9E43-25AB-90E86DFC1317}"/>
              </a:ext>
            </a:extLst>
          </p:cNvPr>
          <p:cNvSpPr>
            <a:spLocks noGrp="1"/>
          </p:cNvSpPr>
          <p:nvPr>
            <p:ph type="subTitle" idx="1"/>
          </p:nvPr>
        </p:nvSpPr>
        <p:spPr>
          <a:xfrm>
            <a:off x="527199" y="4672304"/>
            <a:ext cx="6413819" cy="1063478"/>
          </a:xfrm>
        </p:spPr>
        <p:txBody>
          <a:bodyPr/>
          <a:lstStyle/>
          <a:p>
            <a:r>
              <a:rPr lang="en-US" dirty="0"/>
              <a:t>Dr. Matthew Chiu</a:t>
            </a:r>
          </a:p>
        </p:txBody>
      </p:sp>
    </p:spTree>
    <p:extLst>
      <p:ext uri="{BB962C8B-B14F-4D97-AF65-F5344CB8AC3E}">
        <p14:creationId xmlns:p14="http://schemas.microsoft.com/office/powerpoint/2010/main" val="421129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6348F18-90B6-94CD-24A1-B6D2AA298B79}"/>
              </a:ext>
            </a:extLst>
          </p:cNvPr>
          <p:cNvSpPr>
            <a:spLocks noGrp="1"/>
          </p:cNvSpPr>
          <p:nvPr>
            <p:ph type="body" sz="half" idx="2"/>
          </p:nvPr>
        </p:nvSpPr>
        <p:spPr>
          <a:xfrm>
            <a:off x="3190651" y="3141414"/>
            <a:ext cx="5747866" cy="447859"/>
          </a:xfrm>
        </p:spPr>
        <p:txBody>
          <a:bodyPr>
            <a:normAutofit fontScale="92500" lnSpcReduction="20000"/>
          </a:bodyPr>
          <a:lstStyle/>
          <a:p>
            <a:r>
              <a:rPr lang="en-US" sz="2800" dirty="0"/>
              <a:t>C</a:t>
            </a:r>
            <a:r>
              <a:rPr lang="en-US" altLang="zh-CN" sz="2800" dirty="0"/>
              <a:t>hristopher Sweeney</a:t>
            </a:r>
            <a:endParaRPr lang="en-US" sz="2800" dirty="0"/>
          </a:p>
        </p:txBody>
      </p:sp>
      <p:sp>
        <p:nvSpPr>
          <p:cNvPr id="4" name="Title 3">
            <a:extLst>
              <a:ext uri="{FF2B5EF4-FFF2-40B4-BE49-F238E27FC236}">
                <a16:creationId xmlns:a16="http://schemas.microsoft.com/office/drawing/2014/main" id="{AFEAED3C-D82B-A830-F683-70C3E2F5EFB4}"/>
              </a:ext>
            </a:extLst>
          </p:cNvPr>
          <p:cNvSpPr>
            <a:spLocks noGrp="1"/>
          </p:cNvSpPr>
          <p:nvPr>
            <p:ph type="title"/>
          </p:nvPr>
        </p:nvSpPr>
        <p:spPr>
          <a:xfrm>
            <a:off x="463064" y="537961"/>
            <a:ext cx="8786814" cy="1062287"/>
          </a:xfrm>
        </p:spPr>
        <p:txBody>
          <a:bodyPr>
            <a:normAutofit fontScale="90000"/>
          </a:bodyPr>
          <a:lstStyle/>
          <a:p>
            <a:r>
              <a:rPr lang="en-US" dirty="0"/>
              <a:t>Current Evidence in </a:t>
            </a:r>
            <a:r>
              <a:rPr lang="en-US" dirty="0" err="1"/>
              <a:t>mHSPC</a:t>
            </a:r>
            <a:r>
              <a:rPr lang="en-US" dirty="0"/>
              <a:t> Treatment: Systemic Therapies and Local Interventions</a:t>
            </a:r>
          </a:p>
        </p:txBody>
      </p:sp>
      <p:sp>
        <p:nvSpPr>
          <p:cNvPr id="3" name="文本占位符 2">
            <a:extLst>
              <a:ext uri="{FF2B5EF4-FFF2-40B4-BE49-F238E27FC236}">
                <a16:creationId xmlns:a16="http://schemas.microsoft.com/office/drawing/2014/main" id="{05041C4D-2BDD-B5D3-71E8-099F0D569F46}"/>
              </a:ext>
            </a:extLst>
          </p:cNvPr>
          <p:cNvSpPr>
            <a:spLocks noGrp="1"/>
          </p:cNvSpPr>
          <p:nvPr>
            <p:ph type="body" sz="half" idx="12"/>
          </p:nvPr>
        </p:nvSpPr>
        <p:spPr/>
        <p:txBody>
          <a:bodyPr/>
          <a:lstStyle/>
          <a:p>
            <a:endParaRPr lang="zh-CN" altLang="en-US"/>
          </a:p>
        </p:txBody>
      </p:sp>
      <p:sp>
        <p:nvSpPr>
          <p:cNvPr id="8" name="图片占位符 7">
            <a:extLst>
              <a:ext uri="{FF2B5EF4-FFF2-40B4-BE49-F238E27FC236}">
                <a16:creationId xmlns:a16="http://schemas.microsoft.com/office/drawing/2014/main" id="{793E5AE8-652B-D943-3FE7-12EC4AB65FDE}"/>
              </a:ext>
            </a:extLst>
          </p:cNvPr>
          <p:cNvSpPr>
            <a:spLocks noGrp="1"/>
          </p:cNvSpPr>
          <p:nvPr>
            <p:ph type="pic" sz="quarter" idx="13"/>
          </p:nvPr>
        </p:nvSpPr>
        <p:spPr/>
        <p:txBody>
          <a:bodyPr/>
          <a:lstStyle/>
          <a:p>
            <a:endParaRPr lang="zh-CN" altLang="en-US"/>
          </a:p>
        </p:txBody>
      </p:sp>
      <p:pic>
        <p:nvPicPr>
          <p:cNvPr id="6" name="图片 5">
            <a:extLst>
              <a:ext uri="{FF2B5EF4-FFF2-40B4-BE49-F238E27FC236}">
                <a16:creationId xmlns:a16="http://schemas.microsoft.com/office/drawing/2014/main" id="{BC31851D-6874-E067-F461-B27E41EBB019}"/>
              </a:ext>
            </a:extLst>
          </p:cNvPr>
          <p:cNvPicPr>
            <a:picLocks noChangeAspect="1"/>
          </p:cNvPicPr>
          <p:nvPr/>
        </p:nvPicPr>
        <p:blipFill>
          <a:blip r:embed="rId4"/>
          <a:stretch>
            <a:fillRect/>
          </a:stretch>
        </p:blipFill>
        <p:spPr>
          <a:xfrm>
            <a:off x="8938517" y="514895"/>
            <a:ext cx="2998628" cy="1085353"/>
          </a:xfrm>
          <a:prstGeom prst="rect">
            <a:avLst/>
          </a:prstGeom>
        </p:spPr>
      </p:pic>
    </p:spTree>
    <p:extLst>
      <p:ext uri="{BB962C8B-B14F-4D97-AF65-F5344CB8AC3E}">
        <p14:creationId xmlns:p14="http://schemas.microsoft.com/office/powerpoint/2010/main" val="225684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D6F6A0E-403D-0C1E-7C3A-33D8503649D6}"/>
              </a:ext>
            </a:extLst>
          </p:cNvPr>
          <p:cNvSpPr>
            <a:spLocks noGrp="1"/>
          </p:cNvSpPr>
          <p:nvPr>
            <p:ph type="title"/>
          </p:nvPr>
        </p:nvSpPr>
        <p:spPr/>
        <p:txBody>
          <a:bodyPr/>
          <a:lstStyle/>
          <a:p>
            <a:r>
              <a:rPr lang="en-US" altLang="zh-CN" dirty="0"/>
              <a:t>Disclosures</a:t>
            </a:r>
            <a:endParaRPr lang="zh-CN" altLang="en-US" dirty="0"/>
          </a:p>
        </p:txBody>
      </p:sp>
      <p:sp>
        <p:nvSpPr>
          <p:cNvPr id="5" name="页脚占位符 4">
            <a:extLst>
              <a:ext uri="{FF2B5EF4-FFF2-40B4-BE49-F238E27FC236}">
                <a16:creationId xmlns:a16="http://schemas.microsoft.com/office/drawing/2014/main" id="{AFBFDBDE-3E9C-4935-D6B9-EC5630AB0F69}"/>
              </a:ext>
            </a:extLst>
          </p:cNvPr>
          <p:cNvSpPr>
            <a:spLocks noGrp="1"/>
          </p:cNvSpPr>
          <p:nvPr>
            <p:ph type="ftr" sz="quarter" idx="11"/>
          </p:nvPr>
        </p:nvSpPr>
        <p:spPr/>
        <p:txBody>
          <a:bodyPr/>
          <a:lstStyle/>
          <a:p>
            <a:r>
              <a:rPr lang="en-US"/>
              <a:t>Footer here</a:t>
            </a:r>
          </a:p>
        </p:txBody>
      </p:sp>
    </p:spTree>
    <p:extLst>
      <p:ext uri="{BB962C8B-B14F-4D97-AF65-F5344CB8AC3E}">
        <p14:creationId xmlns:p14="http://schemas.microsoft.com/office/powerpoint/2010/main" val="425819023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B53176-39C5-D557-9454-287C6585F443}"/>
              </a:ext>
            </a:extLst>
          </p:cNvPr>
          <p:cNvSpPr/>
          <p:nvPr/>
        </p:nvSpPr>
        <p:spPr>
          <a:xfrm>
            <a:off x="2735221" y="0"/>
            <a:ext cx="8102405" cy="6862157"/>
          </a:xfrm>
          <a:prstGeom prst="rect">
            <a:avLst/>
          </a:prstGeom>
          <a:gradFill>
            <a:gsLst>
              <a:gs pos="100000">
                <a:schemeClr val="bg1"/>
              </a:gs>
              <a:gs pos="0">
                <a:schemeClr val="bg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80" b="0" i="0" u="none" strike="noStrike" kern="1200" cap="none" spc="0" normalizeH="0" baseline="0" noProof="0">
              <a:ln>
                <a:noFill/>
              </a:ln>
              <a:solidFill>
                <a:srgbClr val="FFFFFF"/>
              </a:solidFill>
              <a:effectLst/>
              <a:uLnTx/>
              <a:uFillTx/>
              <a:latin typeface="Avenir Next LT Pro"/>
              <a:ea typeface="+mn-ea"/>
              <a:cs typeface="+mn-cs"/>
            </a:endParaRPr>
          </a:p>
        </p:txBody>
      </p:sp>
      <p:sp>
        <p:nvSpPr>
          <p:cNvPr id="6" name="Text Placeholder 5">
            <a:extLst>
              <a:ext uri="{FF2B5EF4-FFF2-40B4-BE49-F238E27FC236}">
                <a16:creationId xmlns:a16="http://schemas.microsoft.com/office/drawing/2014/main" id="{E121AE0C-DAD1-5BDD-304D-172909B0CD87}"/>
              </a:ext>
            </a:extLst>
          </p:cNvPr>
          <p:cNvSpPr>
            <a:spLocks noGrp="1"/>
          </p:cNvSpPr>
          <p:nvPr>
            <p:ph type="body" sz="half" idx="2"/>
          </p:nvPr>
        </p:nvSpPr>
        <p:spPr/>
        <p:txBody>
          <a:bodyPr/>
          <a:lstStyle/>
          <a:p>
            <a:r>
              <a:rPr lang="en-US" dirty="0"/>
              <a:t>Male, age 61</a:t>
            </a:r>
          </a:p>
        </p:txBody>
      </p:sp>
      <p:sp>
        <p:nvSpPr>
          <p:cNvPr id="7" name="Text Placeholder 6">
            <a:extLst>
              <a:ext uri="{FF2B5EF4-FFF2-40B4-BE49-F238E27FC236}">
                <a16:creationId xmlns:a16="http://schemas.microsoft.com/office/drawing/2014/main" id="{61410CCD-FDB3-AC95-E902-5EF8464B26BA}"/>
              </a:ext>
            </a:extLst>
          </p:cNvPr>
          <p:cNvSpPr>
            <a:spLocks noGrp="1"/>
          </p:cNvSpPr>
          <p:nvPr>
            <p:ph type="body" sz="half" idx="12"/>
          </p:nvPr>
        </p:nvSpPr>
        <p:spPr>
          <a:xfrm>
            <a:off x="255403" y="3057342"/>
            <a:ext cx="2208946" cy="2527381"/>
          </a:xfrm>
        </p:spPr>
        <p:txBody>
          <a:bodyPr>
            <a:normAutofit/>
          </a:bodyPr>
          <a:lstStyle/>
          <a:p>
            <a:r>
              <a:rPr lang="en-US" b="1" dirty="0"/>
              <a:t>Medical history:</a:t>
            </a:r>
            <a:br>
              <a:rPr lang="en-US" b="1" dirty="0"/>
            </a:br>
            <a:r>
              <a:rPr lang="en-US" dirty="0"/>
              <a:t>Diabetes, hypertension, GERD</a:t>
            </a:r>
          </a:p>
        </p:txBody>
      </p:sp>
      <p:sp>
        <p:nvSpPr>
          <p:cNvPr id="5" name="Title 4">
            <a:extLst>
              <a:ext uri="{FF2B5EF4-FFF2-40B4-BE49-F238E27FC236}">
                <a16:creationId xmlns:a16="http://schemas.microsoft.com/office/drawing/2014/main" id="{B1DB3AA2-F249-A673-8C60-709D08006BE8}"/>
              </a:ext>
            </a:extLst>
          </p:cNvPr>
          <p:cNvSpPr>
            <a:spLocks noGrp="1"/>
          </p:cNvSpPr>
          <p:nvPr>
            <p:ph type="title"/>
          </p:nvPr>
        </p:nvSpPr>
        <p:spPr/>
        <p:txBody>
          <a:bodyPr/>
          <a:lstStyle/>
          <a:p>
            <a:r>
              <a:rPr lang="en-US" dirty="0"/>
              <a:t>Diagnosis of </a:t>
            </a:r>
            <a:r>
              <a:rPr lang="en-US" dirty="0" err="1"/>
              <a:t>mHSPC</a:t>
            </a:r>
            <a:endParaRPr lang="en-US" dirty="0"/>
          </a:p>
        </p:txBody>
      </p:sp>
      <p:sp>
        <p:nvSpPr>
          <p:cNvPr id="8" name="Text Placeholder 7">
            <a:extLst>
              <a:ext uri="{FF2B5EF4-FFF2-40B4-BE49-F238E27FC236}">
                <a16:creationId xmlns:a16="http://schemas.microsoft.com/office/drawing/2014/main" id="{A76B862E-D357-2A4F-C5E8-0412D56331E2}"/>
              </a:ext>
            </a:extLst>
          </p:cNvPr>
          <p:cNvSpPr>
            <a:spLocks noGrp="1"/>
          </p:cNvSpPr>
          <p:nvPr>
            <p:ph type="body" sz="half" idx="13"/>
          </p:nvPr>
        </p:nvSpPr>
        <p:spPr>
          <a:xfrm>
            <a:off x="255403" y="5761703"/>
            <a:ext cx="2208946" cy="1042297"/>
          </a:xfrm>
        </p:spPr>
        <p:txBody>
          <a:bodyPr>
            <a:normAutofit fontScale="92500"/>
          </a:bodyPr>
          <a:lstStyle/>
          <a:p>
            <a:r>
              <a:rPr lang="en-US" b="1"/>
              <a:t>Disclaimer</a:t>
            </a:r>
            <a:r>
              <a:rPr lang="en-US"/>
              <a:t>: This presentation discusses a hypothetical case. My treatment recommendations for this case reflect my experience or my personal opinion.</a:t>
            </a:r>
            <a:br>
              <a:rPr lang="en-US"/>
            </a:br>
            <a:br>
              <a:rPr lang="en-US"/>
            </a:br>
            <a:r>
              <a:rPr lang="en-US" i="1"/>
              <a:t>Patient image was generated using artificial intelligence</a:t>
            </a:r>
            <a:endParaRPr lang="en-US"/>
          </a:p>
        </p:txBody>
      </p:sp>
      <p:sp>
        <p:nvSpPr>
          <p:cNvPr id="2" name="Content Placeholder 1">
            <a:extLst>
              <a:ext uri="{FF2B5EF4-FFF2-40B4-BE49-F238E27FC236}">
                <a16:creationId xmlns:a16="http://schemas.microsoft.com/office/drawing/2014/main" id="{69458FF8-CCF8-13F6-8478-1AEC5C22CFE3}"/>
              </a:ext>
            </a:extLst>
          </p:cNvPr>
          <p:cNvSpPr>
            <a:spLocks noGrp="1"/>
          </p:cNvSpPr>
          <p:nvPr>
            <p:ph idx="1"/>
          </p:nvPr>
        </p:nvSpPr>
        <p:spPr>
          <a:xfrm>
            <a:off x="2983520" y="1209776"/>
            <a:ext cx="8257607" cy="2515202"/>
          </a:xfrm>
        </p:spPr>
        <p:txBody>
          <a:bodyPr numCol="2">
            <a:normAutofit/>
          </a:bodyPr>
          <a:lstStyle/>
          <a:p>
            <a:r>
              <a:rPr lang="en-US" sz="2000" b="1" dirty="0"/>
              <a:t>ECOG performance status:</a:t>
            </a:r>
            <a:r>
              <a:rPr lang="en-US" sz="2000" dirty="0"/>
              <a:t> 0</a:t>
            </a:r>
          </a:p>
          <a:p>
            <a:r>
              <a:rPr lang="en-US" sz="2000" b="1" dirty="0"/>
              <a:t>PSA:</a:t>
            </a:r>
            <a:r>
              <a:rPr lang="en-US" sz="2000" dirty="0"/>
              <a:t> 15 ng/mL</a:t>
            </a:r>
          </a:p>
          <a:p>
            <a:r>
              <a:rPr lang="en-US" sz="2000" b="1" dirty="0"/>
              <a:t>Prostate biopsy: </a:t>
            </a:r>
            <a:r>
              <a:rPr lang="en-US" sz="2000" dirty="0"/>
              <a:t>Adenocarcinoma, Gleason score 5+4=9 in 10/10 biopsy cores</a:t>
            </a:r>
          </a:p>
          <a:p>
            <a:endParaRPr lang="en-US" sz="2000" b="1" dirty="0"/>
          </a:p>
          <a:p>
            <a:r>
              <a:rPr lang="en-US" sz="2000" b="1" dirty="0"/>
              <a:t>Genetics: </a:t>
            </a:r>
            <a:r>
              <a:rPr lang="en-US" sz="2000" dirty="0"/>
              <a:t>No mutation detected</a:t>
            </a:r>
            <a:endParaRPr lang="en-US" sz="2000" b="1" dirty="0"/>
          </a:p>
          <a:p>
            <a:r>
              <a:rPr lang="en-US" sz="2000" b="1" dirty="0"/>
              <a:t>Imaging:</a:t>
            </a:r>
            <a:r>
              <a:rPr lang="en-US" sz="2000" dirty="0"/>
              <a:t> Four bone metastases</a:t>
            </a:r>
          </a:p>
          <a:p>
            <a:r>
              <a:rPr lang="en-US" sz="2000" b="1" dirty="0"/>
              <a:t>Treatment goals: </a:t>
            </a:r>
            <a:r>
              <a:rPr lang="en-US" sz="2000" dirty="0"/>
              <a:t>Maintain daily living for as long as possible</a:t>
            </a:r>
          </a:p>
        </p:txBody>
      </p:sp>
      <p:sp>
        <p:nvSpPr>
          <p:cNvPr id="4" name="Footer Placeholder 3">
            <a:extLst>
              <a:ext uri="{FF2B5EF4-FFF2-40B4-BE49-F238E27FC236}">
                <a16:creationId xmlns:a16="http://schemas.microsoft.com/office/drawing/2014/main" id="{F90B7F23-E4B9-0A80-45DC-10A3724ABA6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ECOG, Eastern Cooperative Oncology Group; GERD, gastroesophageal reflux disease; </a:t>
            </a:r>
            <a:r>
              <a:rPr kumimoji="0" lang="en-US" sz="900" b="0" i="0" u="none" strike="noStrike" kern="1200" cap="none" spc="0" normalizeH="0" baseline="0" noProof="0" dirty="0" err="1">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mHSPC</a:t>
            </a:r>
            <a:r>
              <a:rPr kumimoji="0" lang="en-US" sz="900" b="0" i="0" u="none" strike="noStrike" kern="1200" cap="none" spc="0" normalizeH="0" baseline="0" noProof="0" dirty="0">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 metastatic hormone-sensitive prostate cancer; PSA, prostate-specific antigen.</a:t>
            </a:r>
          </a:p>
        </p:txBody>
      </p:sp>
      <p:pic>
        <p:nvPicPr>
          <p:cNvPr id="15" name="Picture Placeholder 11" descr="A person smiling at the camera&#10;&#10;AI-generated content may be incorrect.">
            <a:extLst>
              <a:ext uri="{FF2B5EF4-FFF2-40B4-BE49-F238E27FC236}">
                <a16:creationId xmlns:a16="http://schemas.microsoft.com/office/drawing/2014/main" id="{B7E594ED-EEF1-62FC-1D6B-7B389B6E4941}"/>
              </a:ext>
            </a:extLst>
          </p:cNvPr>
          <p:cNvPicPr>
            <a:picLocks noGrp="1" noChangeAspect="1"/>
          </p:cNvPicPr>
          <p:nvPr>
            <p:ph type="pic" sz="quarter" idx="14"/>
          </p:nvPr>
        </p:nvPicPr>
        <p:blipFill>
          <a:blip r:embed="rId4"/>
          <a:srcRect/>
          <a:stretch>
            <a:fillRect/>
          </a:stretch>
        </p:blipFill>
        <p:spPr>
          <a:xfrm>
            <a:off x="406525" y="502920"/>
            <a:ext cx="1925195" cy="1926000"/>
          </a:xfrm>
          <a:ln w="19050">
            <a:solidFill>
              <a:schemeClr val="bg2"/>
            </a:solidFill>
          </a:ln>
        </p:spPr>
      </p:pic>
      <p:pic>
        <p:nvPicPr>
          <p:cNvPr id="1026" name="Picture 2">
            <a:extLst>
              <a:ext uri="{FF2B5EF4-FFF2-40B4-BE49-F238E27FC236}">
                <a16:creationId xmlns:a16="http://schemas.microsoft.com/office/drawing/2014/main" id="{73FE0CAF-EB3A-F0D1-007E-89BA3A1CF5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5562" y="3431819"/>
            <a:ext cx="6386020" cy="2882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79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ption A Card"/>
          <p:cNvSpPr/>
          <p:nvPr/>
        </p:nvSpPr>
        <p:spPr>
          <a:xfrm>
            <a:off x="4550000" y="2702947"/>
            <a:ext cx="5700000" cy="600000"/>
          </a:xfrm>
          <a:prstGeom prst="roundRect">
            <a:avLst>
              <a:gd name="adj" fmla="val 22000"/>
            </a:avLst>
          </a:prstGeom>
          <a:solidFill>
            <a:srgbClr val="F4EEFB"/>
          </a:solidFill>
          <a:ln>
            <a:noFill/>
          </a:ln>
          <a:effectLst>
            <a:outerShdw blurRad="90000" dist="38000" dir="5400000" rotWithShape="0">
              <a:srgbClr val="310086">
                <a:alpha val="18000"/>
              </a:srgbClr>
            </a:outerShdw>
          </a:effectLst>
        </p:spPr>
        <p:txBody>
          <a:bodyPr rtlCol="0" anchor="ctr"/>
          <a:lstStyle/>
          <a:p>
            <a:pPr algn="ctr"/>
            <a:endParaRPr lang="en-US"/>
          </a:p>
        </p:txBody>
      </p:sp>
      <p:sp>
        <p:nvSpPr>
          <p:cNvPr id="31" name="Option A Badge"/>
          <p:cNvSpPr/>
          <p:nvPr/>
        </p:nvSpPr>
        <p:spPr>
          <a:xfrm>
            <a:off x="4680000" y="2787947"/>
            <a:ext cx="430000" cy="430000"/>
          </a:xfrm>
          <a:prstGeom prst="ellipse">
            <a:avLst/>
          </a:prstGeom>
          <a:solidFill>
            <a:schemeClr val="accent4"/>
          </a:solidFill>
          <a:ln>
            <a:noFill/>
          </a:ln>
        </p:spPr>
        <p:txBody>
          <a:bodyPr rtlCol="0" anchor="ctr"/>
          <a:lstStyle/>
          <a:p>
            <a:pPr algn="ctr">
              <a:buNone/>
            </a:pPr>
            <a:r>
              <a:rPr lang="en-US" sz="1900" b="1">
                <a:solidFill>
                  <a:schemeClr val="bg1"/>
                </a:solidFill>
              </a:rPr>
              <a:t>A</a:t>
            </a:r>
          </a:p>
        </p:txBody>
      </p:sp>
      <p:sp>
        <p:nvSpPr>
          <p:cNvPr id="32" name="Option A Text"/>
          <p:cNvSpPr/>
          <p:nvPr/>
        </p:nvSpPr>
        <p:spPr>
          <a:xfrm>
            <a:off x="5320000" y="2702947"/>
            <a:ext cx="4830000" cy="600000"/>
          </a:xfrm>
          <a:prstGeom prst="rect">
            <a:avLst/>
          </a:prstGeom>
          <a:noFill/>
        </p:spPr>
        <p:txBody>
          <a:bodyPr rtlCol="0" anchor="ctr"/>
          <a:lstStyle/>
          <a:p>
            <a:pPr marL="0" indent="0" algn="l">
              <a:buNone/>
            </a:pPr>
            <a:r>
              <a:rPr lang="en-US" sz="2000" dirty="0">
                <a:solidFill>
                  <a:schemeClr val="tx1"/>
                </a:solidFill>
              </a:rPr>
              <a:t>PSMA-PET/CT</a:t>
            </a:r>
          </a:p>
        </p:txBody>
      </p:sp>
      <p:sp>
        <p:nvSpPr>
          <p:cNvPr id="33" name="Option B Card"/>
          <p:cNvSpPr/>
          <p:nvPr/>
        </p:nvSpPr>
        <p:spPr>
          <a:xfrm>
            <a:off x="4550000" y="3432947"/>
            <a:ext cx="5700000" cy="600000"/>
          </a:xfrm>
          <a:prstGeom prst="roundRect">
            <a:avLst>
              <a:gd name="adj" fmla="val 22000"/>
            </a:avLst>
          </a:prstGeom>
          <a:solidFill>
            <a:srgbClr val="F4EEFB"/>
          </a:solidFill>
          <a:ln>
            <a:noFill/>
          </a:ln>
          <a:effectLst>
            <a:outerShdw blurRad="90000" dist="38000" dir="5400000" rotWithShape="0">
              <a:srgbClr val="310086">
                <a:alpha val="18000"/>
              </a:srgbClr>
            </a:outerShdw>
          </a:effectLst>
        </p:spPr>
        <p:txBody>
          <a:bodyPr rtlCol="0" anchor="ctr"/>
          <a:lstStyle/>
          <a:p>
            <a:pPr algn="ctr"/>
            <a:endParaRPr lang="en-US"/>
          </a:p>
        </p:txBody>
      </p:sp>
      <p:sp>
        <p:nvSpPr>
          <p:cNvPr id="34" name="Option B Badge"/>
          <p:cNvSpPr/>
          <p:nvPr/>
        </p:nvSpPr>
        <p:spPr>
          <a:xfrm>
            <a:off x="4680000" y="3517947"/>
            <a:ext cx="430000" cy="430000"/>
          </a:xfrm>
          <a:prstGeom prst="ellipse">
            <a:avLst/>
          </a:prstGeom>
          <a:solidFill>
            <a:schemeClr val="accent4"/>
          </a:solidFill>
          <a:ln>
            <a:noFill/>
          </a:ln>
        </p:spPr>
        <p:txBody>
          <a:bodyPr rtlCol="0" anchor="ctr"/>
          <a:lstStyle/>
          <a:p>
            <a:pPr algn="ctr">
              <a:buNone/>
            </a:pPr>
            <a:r>
              <a:rPr lang="en-US" sz="1900" b="1">
                <a:solidFill>
                  <a:schemeClr val="bg1"/>
                </a:solidFill>
              </a:rPr>
              <a:t>B</a:t>
            </a:r>
          </a:p>
        </p:txBody>
      </p:sp>
      <p:sp>
        <p:nvSpPr>
          <p:cNvPr id="35" name="Option B Text"/>
          <p:cNvSpPr/>
          <p:nvPr/>
        </p:nvSpPr>
        <p:spPr>
          <a:xfrm>
            <a:off x="5320000" y="3432947"/>
            <a:ext cx="4830000" cy="600000"/>
          </a:xfrm>
          <a:prstGeom prst="rect">
            <a:avLst/>
          </a:prstGeom>
          <a:noFill/>
        </p:spPr>
        <p:txBody>
          <a:bodyPr rtlCol="0" anchor="ctr"/>
          <a:lstStyle/>
          <a:p>
            <a:pPr marL="0" indent="0" algn="l">
              <a:buNone/>
            </a:pPr>
            <a:r>
              <a:rPr lang="en-US" sz="2000">
                <a:solidFill>
                  <a:schemeClr val="tx1"/>
                </a:solidFill>
              </a:rPr>
              <a:t>Conventional imaging</a:t>
            </a:r>
          </a:p>
        </p:txBody>
      </p:sp>
      <p:sp>
        <p:nvSpPr>
          <p:cNvPr id="36" name="Option C Card"/>
          <p:cNvSpPr/>
          <p:nvPr/>
        </p:nvSpPr>
        <p:spPr>
          <a:xfrm>
            <a:off x="4550000" y="4162947"/>
            <a:ext cx="5700000" cy="600000"/>
          </a:xfrm>
          <a:prstGeom prst="roundRect">
            <a:avLst>
              <a:gd name="adj" fmla="val 22000"/>
            </a:avLst>
          </a:prstGeom>
          <a:solidFill>
            <a:srgbClr val="F4EEFB"/>
          </a:solidFill>
          <a:ln>
            <a:noFill/>
          </a:ln>
          <a:effectLst>
            <a:outerShdw blurRad="90000" dist="38000" dir="5400000" rotWithShape="0">
              <a:srgbClr val="310086">
                <a:alpha val="18000"/>
              </a:srgbClr>
            </a:outerShdw>
          </a:effectLst>
        </p:spPr>
        <p:txBody>
          <a:bodyPr rtlCol="0" anchor="ctr"/>
          <a:lstStyle/>
          <a:p>
            <a:pPr algn="ctr"/>
            <a:endParaRPr lang="en-US"/>
          </a:p>
        </p:txBody>
      </p:sp>
      <p:sp>
        <p:nvSpPr>
          <p:cNvPr id="37" name="Option C Badge"/>
          <p:cNvSpPr/>
          <p:nvPr/>
        </p:nvSpPr>
        <p:spPr>
          <a:xfrm>
            <a:off x="4680000" y="4247947"/>
            <a:ext cx="430000" cy="430000"/>
          </a:xfrm>
          <a:prstGeom prst="ellipse">
            <a:avLst/>
          </a:prstGeom>
          <a:solidFill>
            <a:schemeClr val="accent4"/>
          </a:solidFill>
          <a:ln>
            <a:noFill/>
          </a:ln>
        </p:spPr>
        <p:txBody>
          <a:bodyPr rtlCol="0" anchor="ctr"/>
          <a:lstStyle/>
          <a:p>
            <a:pPr algn="ctr">
              <a:buNone/>
            </a:pPr>
            <a:r>
              <a:rPr lang="en-US" sz="1900" b="1">
                <a:solidFill>
                  <a:schemeClr val="bg1"/>
                </a:solidFill>
              </a:rPr>
              <a:t>C</a:t>
            </a:r>
          </a:p>
        </p:txBody>
      </p:sp>
      <p:sp>
        <p:nvSpPr>
          <p:cNvPr id="38" name="Option C Text"/>
          <p:cNvSpPr/>
          <p:nvPr/>
        </p:nvSpPr>
        <p:spPr>
          <a:xfrm>
            <a:off x="5320000" y="4162947"/>
            <a:ext cx="4830000" cy="600000"/>
          </a:xfrm>
          <a:prstGeom prst="rect">
            <a:avLst/>
          </a:prstGeom>
          <a:noFill/>
        </p:spPr>
        <p:txBody>
          <a:bodyPr rtlCol="0" anchor="ctr"/>
          <a:lstStyle/>
          <a:p>
            <a:pPr marL="0" indent="0" algn="l">
              <a:buNone/>
            </a:pPr>
            <a:r>
              <a:rPr lang="en-US" sz="2000">
                <a:solidFill>
                  <a:schemeClr val="tx1"/>
                </a:solidFill>
              </a:rPr>
              <a:t>Both</a:t>
            </a:r>
          </a:p>
        </p:txBody>
      </p:sp>
      <p:sp>
        <p:nvSpPr>
          <p:cNvPr id="3" name="Title 2">
            <a:extLst>
              <a:ext uri="{FF2B5EF4-FFF2-40B4-BE49-F238E27FC236}">
                <a16:creationId xmlns:a16="http://schemas.microsoft.com/office/drawing/2014/main" id="{B9F86547-2E8B-E4EF-E9F2-EF5B22BF4F07}"/>
              </a:ext>
            </a:extLst>
          </p:cNvPr>
          <p:cNvSpPr>
            <a:spLocks noGrp="1"/>
          </p:cNvSpPr>
          <p:nvPr>
            <p:ph type="title"/>
          </p:nvPr>
        </p:nvSpPr>
        <p:spPr/>
        <p:txBody>
          <a:bodyPr>
            <a:normAutofit/>
          </a:bodyPr>
          <a:lstStyle/>
          <a:p>
            <a:r>
              <a:rPr lang="en-US" dirty="0">
                <a:solidFill>
                  <a:schemeClr val="tx2"/>
                </a:solidFill>
              </a:rPr>
              <a:t>Poll Question</a:t>
            </a:r>
          </a:p>
        </p:txBody>
      </p:sp>
      <p:sp>
        <p:nvSpPr>
          <p:cNvPr id="7" name="Content Placeholder 6">
            <a:extLst>
              <a:ext uri="{FF2B5EF4-FFF2-40B4-BE49-F238E27FC236}">
                <a16:creationId xmlns:a16="http://schemas.microsoft.com/office/drawing/2014/main" id="{BF19040C-75F0-AF88-C0B8-A370EC432AA3}"/>
              </a:ext>
            </a:extLst>
          </p:cNvPr>
          <p:cNvSpPr>
            <a:spLocks noGrp="1"/>
          </p:cNvSpPr>
          <p:nvPr>
            <p:ph idx="12"/>
          </p:nvPr>
        </p:nvSpPr>
        <p:spPr>
          <a:xfrm>
            <a:off x="463064" y="1139980"/>
            <a:ext cx="10312966" cy="667744"/>
          </a:xfrm>
        </p:spPr>
        <p:txBody>
          <a:bodyPr>
            <a:noAutofit/>
          </a:bodyPr>
          <a:lstStyle/>
          <a:p>
            <a:r>
              <a:rPr lang="en-US" sz="2400" dirty="0">
                <a:solidFill>
                  <a:schemeClr val="tx1"/>
                </a:solidFill>
              </a:rPr>
              <a:t>Which type of imaging would impact your treatment decision for this patient?</a:t>
            </a:r>
          </a:p>
        </p:txBody>
      </p:sp>
      <p:sp>
        <p:nvSpPr>
          <p:cNvPr id="12" name="Text Placeholder 8">
            <a:extLst>
              <a:ext uri="{FF2B5EF4-FFF2-40B4-BE49-F238E27FC236}">
                <a16:creationId xmlns:a16="http://schemas.microsoft.com/office/drawing/2014/main" id="{5E3925EA-8DA7-B763-4741-E7CB70D9BA55}"/>
              </a:ext>
            </a:extLst>
          </p:cNvPr>
          <p:cNvSpPr>
            <a:spLocks noGrp="1"/>
          </p:cNvSpPr>
          <p:nvPr>
            <p:ph type="body" sz="quarter" idx="14"/>
          </p:nvPr>
        </p:nvSpPr>
        <p:spPr>
          <a:xfrm>
            <a:off x="814388" y="5233446"/>
            <a:ext cx="2444750" cy="869950"/>
          </a:xfrm>
        </p:spPr>
        <p:txBody>
          <a:bodyPr/>
          <a:lstStyle/>
          <a:p>
            <a:pPr marL="0" indent="0" algn="ctr">
              <a:buNone/>
            </a:pPr>
            <a:r>
              <a:rPr lang="en-US" sz="2800" b="1">
                <a:solidFill>
                  <a:srgbClr val="991BC5"/>
                </a:solidFill>
                <a:latin typeface="Avenir Next LT Pro" panose="020B0504020202020204" pitchFamily="34" charset="0"/>
              </a:rPr>
              <a:t>Please scan the QR code</a:t>
            </a:r>
            <a:endParaRPr lang="en-US">
              <a:solidFill>
                <a:srgbClr val="310086"/>
              </a:solidFill>
              <a:latin typeface="Avenir Next LT Pro" panose="020B0504020202020204" pitchFamily="34" charset="0"/>
            </a:endParaRPr>
          </a:p>
        </p:txBody>
      </p:sp>
      <p:sp>
        <p:nvSpPr>
          <p:cNvPr id="2" name="文本框 1">
            <a:extLst>
              <a:ext uri="{FF2B5EF4-FFF2-40B4-BE49-F238E27FC236}">
                <a16:creationId xmlns:a16="http://schemas.microsoft.com/office/drawing/2014/main" id="{7E16F43A-56E0-97EF-217A-599FCF295F2C}"/>
              </a:ext>
            </a:extLst>
          </p:cNvPr>
          <p:cNvSpPr txBox="1"/>
          <p:nvPr/>
        </p:nvSpPr>
        <p:spPr>
          <a:xfrm>
            <a:off x="1046748" y="3639727"/>
            <a:ext cx="1980029" cy="523220"/>
          </a:xfrm>
          <a:prstGeom prst="rect">
            <a:avLst/>
          </a:prstGeom>
          <a:noFill/>
        </p:spPr>
        <p:txBody>
          <a:bodyPr wrap="none" rtlCol="0">
            <a:spAutoFit/>
          </a:bodyPr>
          <a:lstStyle/>
          <a:p>
            <a:r>
              <a:rPr lang="zh-CN" altLang="en-US" sz="2800" dirty="0">
                <a:highlight>
                  <a:srgbClr val="FFFF00"/>
                </a:highlight>
              </a:rPr>
              <a:t>补充二维码</a:t>
            </a:r>
            <a:endParaRPr lang="en-US" sz="2800" dirty="0">
              <a:highlight>
                <a:srgbClr val="FFFF00"/>
              </a:highlight>
            </a:endParaRPr>
          </a:p>
        </p:txBody>
      </p:sp>
    </p:spTree>
    <p:extLst>
      <p:ext uri="{BB962C8B-B14F-4D97-AF65-F5344CB8AC3E}">
        <p14:creationId xmlns:p14="http://schemas.microsoft.com/office/powerpoint/2010/main" val="8238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F3188-8652-905D-A3FA-D6FAA907A130}"/>
            </a:ext>
          </a:extLst>
        </p:cNvPr>
        <p:cNvGrpSpPr/>
        <p:nvPr/>
      </p:nvGrpSpPr>
      <p:grpSpPr>
        <a:xfrm>
          <a:off x="0" y="0"/>
          <a:ext cx="0" cy="0"/>
          <a:chOff x="0" y="0"/>
          <a:chExt cx="0" cy="0"/>
        </a:xfrm>
      </p:grpSpPr>
      <p:sp>
        <p:nvSpPr>
          <p:cNvPr id="5" name="页脚占位符 4">
            <a:extLst>
              <a:ext uri="{FF2B5EF4-FFF2-40B4-BE49-F238E27FC236}">
                <a16:creationId xmlns:a16="http://schemas.microsoft.com/office/drawing/2014/main" id="{EAEE77A3-D6D0-D37A-66BE-FC8FFDC2DB24}"/>
              </a:ext>
            </a:extLst>
          </p:cNvPr>
          <p:cNvSpPr>
            <a:spLocks noGrp="1"/>
          </p:cNvSpPr>
          <p:nvPr>
            <p:ph type="ftr" sz="quarter" idx="11"/>
          </p:nvPr>
        </p:nvSpPr>
        <p:spPr/>
        <p:txBody>
          <a:bodyPr/>
          <a:lstStyle/>
          <a:p>
            <a:r>
              <a:rPr lang="en-US" dirty="0"/>
              <a:t>Footer here</a:t>
            </a:r>
          </a:p>
        </p:txBody>
      </p:sp>
      <p:sp>
        <p:nvSpPr>
          <p:cNvPr id="6" name="文本框 5">
            <a:extLst>
              <a:ext uri="{FF2B5EF4-FFF2-40B4-BE49-F238E27FC236}">
                <a16:creationId xmlns:a16="http://schemas.microsoft.com/office/drawing/2014/main" id="{2359886F-BA98-5869-4286-466148E13610}"/>
              </a:ext>
            </a:extLst>
          </p:cNvPr>
          <p:cNvSpPr txBox="1"/>
          <p:nvPr/>
        </p:nvSpPr>
        <p:spPr>
          <a:xfrm>
            <a:off x="1396181" y="1700981"/>
            <a:ext cx="8323112" cy="3416320"/>
          </a:xfrm>
          <a:prstGeom prst="rect">
            <a:avLst/>
          </a:prstGeom>
          <a:noFill/>
        </p:spPr>
        <p:txBody>
          <a:bodyPr wrap="none" rtlCol="0">
            <a:spAutoFit/>
          </a:bodyPr>
          <a:lstStyle/>
          <a:p>
            <a:r>
              <a:rPr lang="en-US" dirty="0" err="1"/>
              <a:t>关于APEX</a:t>
            </a:r>
            <a:r>
              <a:rPr lang="en-US" dirty="0"/>
              <a:t> </a:t>
            </a:r>
            <a:r>
              <a:rPr lang="en-US" dirty="0" err="1"/>
              <a:t>PPT中的字体字号，新的英文版PPT在后续修改的时候，请修改</a:t>
            </a:r>
            <a:r>
              <a:rPr lang="en-US" dirty="0"/>
              <a:t>：</a:t>
            </a:r>
          </a:p>
          <a:p>
            <a:endParaRPr lang="en-US" dirty="0"/>
          </a:p>
          <a:p>
            <a:r>
              <a:rPr lang="en-US" b="1" dirty="0" err="1"/>
              <a:t>全篇英文字体均为</a:t>
            </a:r>
            <a:r>
              <a:rPr lang="en-US" b="1" dirty="0" err="1">
                <a:solidFill>
                  <a:srgbClr val="FF0000"/>
                </a:solidFill>
              </a:rPr>
              <a:t>Avenir</a:t>
            </a:r>
            <a:r>
              <a:rPr lang="en-US" b="1" dirty="0">
                <a:solidFill>
                  <a:srgbClr val="FF0000"/>
                </a:solidFill>
              </a:rPr>
              <a:t> Next LT Pro</a:t>
            </a:r>
            <a:endParaRPr lang="en-US" dirty="0">
              <a:solidFill>
                <a:srgbClr val="FF0000"/>
              </a:solidFill>
            </a:endParaRPr>
          </a:p>
          <a:p>
            <a:r>
              <a:rPr lang="en-US" dirty="0"/>
              <a:t>-封面（P1）：40号字</a:t>
            </a:r>
            <a:br>
              <a:rPr lang="en-US" dirty="0"/>
            </a:br>
            <a:r>
              <a:rPr lang="en-US" dirty="0"/>
              <a:t>-每一页的标题：根据内容灵活调整（28-36</a:t>
            </a:r>
            <a:r>
              <a:rPr lang="zh-CN" altLang="en-US" dirty="0"/>
              <a:t>号</a:t>
            </a:r>
            <a:r>
              <a:rPr lang="en-US" dirty="0"/>
              <a:t>）</a:t>
            </a:r>
            <a:br>
              <a:rPr lang="en-US" dirty="0"/>
            </a:br>
            <a:r>
              <a:rPr lang="en-US" dirty="0"/>
              <a:t>-参考文献和缩略语：9号浅灰色（文字太多可改为8号</a:t>
            </a:r>
            <a:r>
              <a:rPr lang="zh-CN" altLang="en-US" dirty="0"/>
              <a:t>，见下一页参考文献部分</a:t>
            </a:r>
            <a:r>
              <a:rPr lang="en-US" dirty="0"/>
              <a:t>）</a:t>
            </a:r>
            <a:br>
              <a:rPr lang="en-US" dirty="0"/>
            </a:br>
            <a:endParaRPr lang="en-US" dirty="0"/>
          </a:p>
          <a:p>
            <a:r>
              <a:rPr lang="en-US" dirty="0" err="1"/>
              <a:t>如果是中文PPT，选择常规的字体即可</a:t>
            </a:r>
            <a:r>
              <a:rPr lang="en-US" dirty="0"/>
              <a: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56851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E814DB-43EC-F9C2-7AFF-8A811508ECB1}"/>
              </a:ext>
            </a:extLst>
          </p:cNvPr>
          <p:cNvSpPr>
            <a:spLocks noGrp="1"/>
          </p:cNvSpPr>
          <p:nvPr>
            <p:ph type="title"/>
          </p:nvPr>
        </p:nvSpPr>
        <p:spPr>
          <a:xfrm>
            <a:off x="463063" y="190955"/>
            <a:ext cx="11411074" cy="897618"/>
          </a:xfrm>
        </p:spPr>
        <p:txBody>
          <a:bodyPr>
            <a:noAutofit/>
          </a:bodyPr>
          <a:lstStyle/>
          <a:p>
            <a:r>
              <a:rPr lang="en-US" sz="2800" dirty="0"/>
              <a:t>The Prevalence of Underdosing in Real-World Practice Varies Between ARIs, Potentially Impacting Effectiveness</a:t>
            </a:r>
          </a:p>
        </p:txBody>
      </p:sp>
      <p:sp>
        <p:nvSpPr>
          <p:cNvPr id="17" name="Content Placeholder 16">
            <a:extLst>
              <a:ext uri="{FF2B5EF4-FFF2-40B4-BE49-F238E27FC236}">
                <a16:creationId xmlns:a16="http://schemas.microsoft.com/office/drawing/2014/main" id="{4CBE81B9-EB5B-F18B-74C7-486631CD9B55}"/>
              </a:ext>
            </a:extLst>
          </p:cNvPr>
          <p:cNvSpPr>
            <a:spLocks noGrp="1"/>
          </p:cNvSpPr>
          <p:nvPr>
            <p:ph idx="12"/>
          </p:nvPr>
        </p:nvSpPr>
        <p:spPr>
          <a:xfrm>
            <a:off x="463064" y="1088573"/>
            <a:ext cx="10833167" cy="755642"/>
          </a:xfrm>
        </p:spPr>
        <p:txBody>
          <a:bodyPr>
            <a:noAutofit/>
          </a:bodyPr>
          <a:lstStyle/>
          <a:p>
            <a:r>
              <a:rPr lang="en-US" sz="1800" noProof="0" dirty="0"/>
              <a:t>ARASHI is a retrospective observational cohort study of over 2,700 patients with </a:t>
            </a:r>
            <a:r>
              <a:rPr lang="en-US" sz="1800" noProof="0" dirty="0" err="1"/>
              <a:t>nmCRPC</a:t>
            </a:r>
            <a:r>
              <a:rPr lang="en-US" sz="1800" noProof="0" dirty="0"/>
              <a:t> using administrative health claims data in Japan, evaluating the approved ARIs</a:t>
            </a:r>
          </a:p>
        </p:txBody>
      </p:sp>
      <p:sp>
        <p:nvSpPr>
          <p:cNvPr id="4" name="Footer Placeholder 3">
            <a:extLst>
              <a:ext uri="{FF2B5EF4-FFF2-40B4-BE49-F238E27FC236}">
                <a16:creationId xmlns:a16="http://schemas.microsoft.com/office/drawing/2014/main" id="{BD386814-FD2D-2C47-9B0F-6B4855C6A3A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Discontinuation was defined as the time from index date to the date when the initial ARI treatment was discontinued, or when the patient died.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APA, apalutamide; ARI, androgen receptor inhibitor; CI, confidence interval; DARO, darolutamide; ENZA, enzalutamide.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50000"/>
                  </a:srgbClr>
                </a:solidFill>
                <a:effectLst/>
                <a:uLnTx/>
                <a:uFillTx/>
                <a:latin typeface="Avenir Next LT Pro" panose="020B0504020202020204" pitchFamily="34" charset="0"/>
                <a:ea typeface="Tahoma" panose="020B0604030504040204" pitchFamily="34" charset="0"/>
                <a:cs typeface="Tahoma" panose="020B0604030504040204" pitchFamily="34" charset="0"/>
              </a:rPr>
              <a:t>Suzuki K, et al. Presented at: American Society of Clinical Oncology Genitourinary Cancers Symposium; February 13–15, 2025; San Francisco, CA, USA. Poster 478557.</a:t>
            </a:r>
          </a:p>
        </p:txBody>
      </p:sp>
      <p:sp>
        <p:nvSpPr>
          <p:cNvPr id="11" name="TextBox 10">
            <a:extLst>
              <a:ext uri="{FF2B5EF4-FFF2-40B4-BE49-F238E27FC236}">
                <a16:creationId xmlns:a16="http://schemas.microsoft.com/office/drawing/2014/main" id="{FFA512A6-3B46-B777-DE65-E0EBD432834D}"/>
              </a:ext>
            </a:extLst>
          </p:cNvPr>
          <p:cNvSpPr txBox="1"/>
          <p:nvPr/>
        </p:nvSpPr>
        <p:spPr>
          <a:xfrm>
            <a:off x="463063" y="2120081"/>
            <a:ext cx="4804261" cy="313932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10086"/>
                </a:solidFill>
                <a:effectLst/>
                <a:uLnTx/>
                <a:uFillTx/>
                <a:latin typeface="Avenir Next LT Pro"/>
                <a:ea typeface="+mn-ea"/>
                <a:cs typeface="+mn-cs"/>
              </a:rPr>
              <a:t>Patients receiving darolutamide were more likely to initiate treatment at the label dose (78%) vs enzalutamide (58%) and apalutamide (62%)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10086"/>
                </a:solidFill>
                <a:effectLst/>
                <a:uLnTx/>
                <a:uFillTx/>
                <a:latin typeface="Avenir Next LT Pro"/>
                <a:ea typeface="+mn-ea"/>
                <a:cs typeface="+mn-cs"/>
              </a:rPr>
              <a:t>Among those who received an ARI at the label dose at treatment initiation, patients receiving darolutamide: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10086"/>
                </a:solidFill>
                <a:effectLst/>
                <a:uLnTx/>
                <a:uFillTx/>
                <a:latin typeface="Avenir Next LT Pro"/>
                <a:ea typeface="+mn-ea"/>
                <a:cs typeface="+mn-cs"/>
              </a:rPr>
              <a:t>Continued treatment for longer than those receiving enzalutamide or apalutamide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10086"/>
                </a:solidFill>
                <a:effectLst/>
                <a:uLnTx/>
                <a:uFillTx/>
                <a:latin typeface="Avenir Next LT Pro"/>
                <a:ea typeface="+mn-ea"/>
                <a:cs typeface="+mn-cs"/>
              </a:rPr>
              <a:t>Progression to mCRPC was slower </a:t>
            </a:r>
          </a:p>
        </p:txBody>
      </p:sp>
      <p:graphicFrame>
        <p:nvGraphicFramePr>
          <p:cNvPr id="18" name="Chart 17">
            <a:extLst>
              <a:ext uri="{FF2B5EF4-FFF2-40B4-BE49-F238E27FC236}">
                <a16:creationId xmlns:a16="http://schemas.microsoft.com/office/drawing/2014/main" id="{A47C34AA-E39B-2FBD-1349-967A4C997399}"/>
              </a:ext>
            </a:extLst>
          </p:cNvPr>
          <p:cNvGraphicFramePr/>
          <p:nvPr/>
        </p:nvGraphicFramePr>
        <p:xfrm>
          <a:off x="5181601" y="1844215"/>
          <a:ext cx="2324099" cy="42461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260ECBFE-5A15-E7F0-B83F-4D4F48EED732}"/>
              </a:ext>
            </a:extLst>
          </p:cNvPr>
          <p:cNvGraphicFramePr>
            <a:graphicFrameLocks/>
          </p:cNvGraphicFramePr>
          <p:nvPr/>
        </p:nvGraphicFramePr>
        <p:xfrm>
          <a:off x="7505700" y="1844215"/>
          <a:ext cx="4007827" cy="4246184"/>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ACEDBEFB-E8B0-A5DA-075D-56D36A690AB2}"/>
              </a:ext>
            </a:extLst>
          </p:cNvPr>
          <p:cNvSpPr txBox="1"/>
          <p:nvPr/>
        </p:nvSpPr>
        <p:spPr>
          <a:xfrm>
            <a:off x="8272863" y="5633617"/>
            <a:ext cx="812411" cy="24622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10086"/>
                </a:solidFill>
                <a:effectLst/>
                <a:uLnTx/>
                <a:uFillTx/>
                <a:latin typeface="Avenir Next LT Pro"/>
                <a:ea typeface="+mn-ea"/>
                <a:cs typeface="+mn-cs"/>
              </a:rPr>
              <a:t>6-months</a:t>
            </a:r>
          </a:p>
        </p:txBody>
      </p:sp>
      <p:sp>
        <p:nvSpPr>
          <p:cNvPr id="6" name="TextBox 5">
            <a:extLst>
              <a:ext uri="{FF2B5EF4-FFF2-40B4-BE49-F238E27FC236}">
                <a16:creationId xmlns:a16="http://schemas.microsoft.com/office/drawing/2014/main" id="{A7F0DABE-D594-A1ED-E47E-ADA1C2FFE922}"/>
              </a:ext>
            </a:extLst>
          </p:cNvPr>
          <p:cNvSpPr txBox="1"/>
          <p:nvPr/>
        </p:nvSpPr>
        <p:spPr>
          <a:xfrm>
            <a:off x="9042400" y="5633616"/>
            <a:ext cx="812411" cy="24622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10086"/>
                </a:solidFill>
                <a:effectLst/>
                <a:uLnTx/>
                <a:uFillTx/>
                <a:latin typeface="Avenir Next LT Pro"/>
                <a:ea typeface="+mn-ea"/>
                <a:cs typeface="+mn-cs"/>
              </a:rPr>
              <a:t>12-months</a:t>
            </a:r>
          </a:p>
        </p:txBody>
      </p:sp>
      <p:sp>
        <p:nvSpPr>
          <p:cNvPr id="7" name="TextBox 6">
            <a:extLst>
              <a:ext uri="{FF2B5EF4-FFF2-40B4-BE49-F238E27FC236}">
                <a16:creationId xmlns:a16="http://schemas.microsoft.com/office/drawing/2014/main" id="{439FAA3F-9292-195E-8146-E2BB846359DE}"/>
              </a:ext>
            </a:extLst>
          </p:cNvPr>
          <p:cNvSpPr txBox="1"/>
          <p:nvPr/>
        </p:nvSpPr>
        <p:spPr>
          <a:xfrm>
            <a:off x="9811937" y="5633616"/>
            <a:ext cx="812411" cy="24622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10086"/>
                </a:solidFill>
                <a:effectLst/>
                <a:uLnTx/>
                <a:uFillTx/>
                <a:latin typeface="Avenir Next LT Pro"/>
                <a:ea typeface="+mn-ea"/>
                <a:cs typeface="+mn-cs"/>
              </a:rPr>
              <a:t>18-months</a:t>
            </a:r>
          </a:p>
        </p:txBody>
      </p:sp>
      <p:sp>
        <p:nvSpPr>
          <p:cNvPr id="8" name="TextBox 7">
            <a:extLst>
              <a:ext uri="{FF2B5EF4-FFF2-40B4-BE49-F238E27FC236}">
                <a16:creationId xmlns:a16="http://schemas.microsoft.com/office/drawing/2014/main" id="{6DB46FBE-2519-710B-784F-C25B27276801}"/>
              </a:ext>
            </a:extLst>
          </p:cNvPr>
          <p:cNvSpPr txBox="1"/>
          <p:nvPr/>
        </p:nvSpPr>
        <p:spPr>
          <a:xfrm>
            <a:off x="10581474" y="5633616"/>
            <a:ext cx="812411" cy="24622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10086"/>
                </a:solidFill>
                <a:effectLst/>
                <a:uLnTx/>
                <a:uFillTx/>
                <a:latin typeface="Avenir Next LT Pro"/>
                <a:ea typeface="+mn-ea"/>
                <a:cs typeface="+mn-cs"/>
              </a:rPr>
              <a:t>24-months</a:t>
            </a:r>
          </a:p>
        </p:txBody>
      </p:sp>
      <p:sp>
        <p:nvSpPr>
          <p:cNvPr id="9" name="矩形: 圆角 8">
            <a:extLst>
              <a:ext uri="{FF2B5EF4-FFF2-40B4-BE49-F238E27FC236}">
                <a16:creationId xmlns:a16="http://schemas.microsoft.com/office/drawing/2014/main" id="{D518A2AA-35CC-0931-92B4-1BF626A51A09}"/>
              </a:ext>
            </a:extLst>
          </p:cNvPr>
          <p:cNvSpPr/>
          <p:nvPr/>
        </p:nvSpPr>
        <p:spPr>
          <a:xfrm>
            <a:off x="9568543" y="631371"/>
            <a:ext cx="2160394" cy="45720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题目参考颜色</a:t>
            </a:r>
            <a:endParaRPr lang="en-US" sz="2400" dirty="0">
              <a:solidFill>
                <a:srgbClr val="FF0000"/>
              </a:solidFill>
            </a:endParaRPr>
          </a:p>
        </p:txBody>
      </p:sp>
      <p:sp>
        <p:nvSpPr>
          <p:cNvPr id="12" name="矩形: 圆角 11">
            <a:extLst>
              <a:ext uri="{FF2B5EF4-FFF2-40B4-BE49-F238E27FC236}">
                <a16:creationId xmlns:a16="http://schemas.microsoft.com/office/drawing/2014/main" id="{F5F64EDC-694F-668F-F8A7-DF99296484B9}"/>
              </a:ext>
            </a:extLst>
          </p:cNvPr>
          <p:cNvSpPr/>
          <p:nvPr/>
        </p:nvSpPr>
        <p:spPr>
          <a:xfrm>
            <a:off x="1025630" y="3200399"/>
            <a:ext cx="2160394" cy="45720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正文参考颜色</a:t>
            </a:r>
            <a:endParaRPr lang="en-US" sz="2400" dirty="0">
              <a:solidFill>
                <a:srgbClr val="FF0000"/>
              </a:solidFill>
            </a:endParaRPr>
          </a:p>
        </p:txBody>
      </p:sp>
      <p:sp>
        <p:nvSpPr>
          <p:cNvPr id="14" name="矩形: 圆角 13">
            <a:extLst>
              <a:ext uri="{FF2B5EF4-FFF2-40B4-BE49-F238E27FC236}">
                <a16:creationId xmlns:a16="http://schemas.microsoft.com/office/drawing/2014/main" id="{B9FED76B-7BDA-1747-0193-1A24F18452BC}"/>
              </a:ext>
            </a:extLst>
          </p:cNvPr>
          <p:cNvSpPr/>
          <p:nvPr/>
        </p:nvSpPr>
        <p:spPr>
          <a:xfrm>
            <a:off x="310873" y="5475558"/>
            <a:ext cx="2160394" cy="75564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文献和脚注</a:t>
            </a:r>
            <a:endParaRPr lang="en-US" altLang="zh-CN" sz="2400" dirty="0">
              <a:solidFill>
                <a:srgbClr val="FF0000"/>
              </a:solidFill>
            </a:endParaRPr>
          </a:p>
          <a:p>
            <a:pPr algn="ctr"/>
            <a:r>
              <a:rPr lang="zh-CN" altLang="en-US" sz="2400" dirty="0">
                <a:solidFill>
                  <a:srgbClr val="FF0000"/>
                </a:solidFill>
              </a:rPr>
              <a:t>参考颜色</a:t>
            </a:r>
            <a:endParaRPr lang="en-US" sz="2400" dirty="0">
              <a:solidFill>
                <a:srgbClr val="FF0000"/>
              </a:solidFill>
            </a:endParaRPr>
          </a:p>
        </p:txBody>
      </p:sp>
      <p:sp>
        <p:nvSpPr>
          <p:cNvPr id="16" name="矩形: 圆角 15">
            <a:extLst>
              <a:ext uri="{FF2B5EF4-FFF2-40B4-BE49-F238E27FC236}">
                <a16:creationId xmlns:a16="http://schemas.microsoft.com/office/drawing/2014/main" id="{F9D6C9C2-636D-C94A-4843-72A91CE192AF}"/>
              </a:ext>
            </a:extLst>
          </p:cNvPr>
          <p:cNvSpPr/>
          <p:nvPr/>
        </p:nvSpPr>
        <p:spPr>
          <a:xfrm>
            <a:off x="5725015" y="2578992"/>
            <a:ext cx="1199664" cy="75564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rPr>
              <a:t>柱状图参考颜色</a:t>
            </a:r>
            <a:endParaRPr lang="en-US" sz="1600" dirty="0">
              <a:solidFill>
                <a:srgbClr val="FF0000"/>
              </a:solidFill>
            </a:endParaRPr>
          </a:p>
        </p:txBody>
      </p:sp>
    </p:spTree>
    <p:extLst>
      <p:ext uri="{BB962C8B-B14F-4D97-AF65-F5344CB8AC3E}">
        <p14:creationId xmlns:p14="http://schemas.microsoft.com/office/powerpoint/2010/main" val="160307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9ddOYQ+MHxMlh20WC+gX84EAAAAAAADAAAAAAADAAAAAwADAAQA////////BQAAAAMAEAALtw9Oqpankkqy6QyiCE1vCQQAAAABAAMAAAACAAMAAAAEAAMAAAAAAP///////wMAAAAAAP///////wMAAAAAAP///////wQAAQD///////8FAAAABAAQAAuTspLnnkouSJkzIpSjHaPx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1105hD4wfEyWHbRYL6BfzgNEYXRhABsAAAAETGlua2VkU2hhcGVEYXRhAAUAAAAAAAJOYW1lABkAAABMaW5rZWRTaGFwZXNEYXRhUHJvcGVydHkAEFZlcnNpb24AAAAAAAlMYXN0V3JpdGUAK3qdGY0BAAAAAQD/////gwCDAAAABV9pZAAQAAAABLcPTqqWp5JKsukMoghNbwkDRGF0YQAbAAAABExpbmtlZFNoYXBlRGF0YQAFAAAAAAACTmFtZQAZAAAATGlua2VkU2hhcGVzRGF0YVByb3BlcnR5ABBWZXJzaW9uAAEAAAAJTGFzdFdyaXRlADt6nRmNAQAAAAIA/////8YAxgAAAAVfaWQAEAAAAASTspLnnkouSJkzIpSjHaPxA0RhdGEAUwAAAAhQcmVzZW50YXRpb25TY2FubmVkRm9yTGlua2VkU2hhcGVzAAACTnVtYmVyRm9ybWF0U2VwYXJhdG9yTW9kZQAKAAAAQXV0b21hdGljAAACTmFtZQAkAAAATGlua2VkU2hhcGVQcmVzZW50YXRpb25TZXR0aW5nc0RhdGEAEFZlcnNpb24AAAAAAAlMYXN0V3JpdGUAO3qdGY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JCwAAAAAAAAAAAAAgAf///////////////wAAAP///////////////wUAAAAEAP///////wUAAAADAP///////wUAAAADAP///////wUAAAADAP///////////////////////////////////////////////////////////////////////////////////////////////////////////////////////////////////////////////////////////////////////////////////////////////////////////////////////////////////////////////////////////////////////////////////////////////////////////////////////////////////////////////////////////////////////////////////////////////////////////////////////////////////////////////////////////////wEAIAH///////////////8AAA7///////8FAAAAAwD///////////////////////////////////////////////////////////////////////////////////////////////////////////////////////////////////////////////////////////////////////////////////////////////////////////////////////////////////////////////////////////////////////////////////////////////////////////////////////////////////////////////////////////////////////////////////////////////////////////////////////////////////////////////////////////////////////////////////////////////////////////////////////8CAAEBAwAAAAIA////////GgAGTGlua2VkU2hhcGVzRGF0YVByb3BlcnR5XzAEAAAAAAAFAAAABAAFAAAAAwADAAQBAwAAAAMA////////GgAGTGlua2VkU2hhcGVzRGF0YVByb3BlcnR5XzEEAAAAAQAFAAAAAgAFAAAAAQAFAAAAAAD///////8FAAAAAAD///////8FAAAAAAD///////8EAAEBAwAAAAQA////////JQAGTGlua2VkU2hhcGVQcmVzZW50YXRpb25TZXR0aW5nc0RhdGFfMAQ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411285674150748"/>
  <p:tag name="EMPOWERCHARTSPROPERTIES_A_LENGTH" val="24576"/>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APEX 2024">
  <a:themeElements>
    <a:clrScheme name="APEX colour palette">
      <a:dk1>
        <a:srgbClr val="310086"/>
      </a:dk1>
      <a:lt1>
        <a:srgbClr val="FFFFFF"/>
      </a:lt1>
      <a:dk2>
        <a:srgbClr val="991BC5"/>
      </a:dk2>
      <a:lt2>
        <a:srgbClr val="EAEAEA"/>
      </a:lt2>
      <a:accent1>
        <a:srgbClr val="180142"/>
      </a:accent1>
      <a:accent2>
        <a:srgbClr val="5736CE"/>
      </a:accent2>
      <a:accent3>
        <a:srgbClr val="00FDFD"/>
      </a:accent3>
      <a:accent4>
        <a:srgbClr val="FA0C73"/>
      </a:accent4>
      <a:accent5>
        <a:srgbClr val="ABDF00"/>
      </a:accent5>
      <a:accent6>
        <a:srgbClr val="F5E94F"/>
      </a:accent6>
      <a:hlink>
        <a:srgbClr val="5736CE"/>
      </a:hlink>
      <a:folHlink>
        <a:srgbClr val="00FDFD"/>
      </a:folHlink>
    </a:clrScheme>
    <a:fontScheme name="APEX">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APEX 2024">
  <a:themeElements>
    <a:clrScheme name="APEX colour palette">
      <a:dk1>
        <a:srgbClr val="310086"/>
      </a:dk1>
      <a:lt1>
        <a:srgbClr val="FFFFFF"/>
      </a:lt1>
      <a:dk2>
        <a:srgbClr val="991BC5"/>
      </a:dk2>
      <a:lt2>
        <a:srgbClr val="EAEAEA"/>
      </a:lt2>
      <a:accent1>
        <a:srgbClr val="180142"/>
      </a:accent1>
      <a:accent2>
        <a:srgbClr val="5736CE"/>
      </a:accent2>
      <a:accent3>
        <a:srgbClr val="00FDFD"/>
      </a:accent3>
      <a:accent4>
        <a:srgbClr val="FA0C73"/>
      </a:accent4>
      <a:accent5>
        <a:srgbClr val="ABDF00"/>
      </a:accent5>
      <a:accent6>
        <a:srgbClr val="F5E94F"/>
      </a:accent6>
      <a:hlink>
        <a:srgbClr val="5736CE"/>
      </a:hlink>
      <a:folHlink>
        <a:srgbClr val="00FDFD"/>
      </a:folHlink>
    </a:clrScheme>
    <a:fontScheme name="APEX">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06F9621395B14C9EB1442B34912043" ma:contentTypeVersion="4" ma:contentTypeDescription="Create a new document." ma:contentTypeScope="" ma:versionID="b9a960fae72f5db94cee446c6b81f6c6">
  <xsd:schema xmlns:xsd="http://www.w3.org/2001/XMLSchema" xmlns:xs="http://www.w3.org/2001/XMLSchema" xmlns:p="http://schemas.microsoft.com/office/2006/metadata/properties" xmlns:ns1="http://schemas.microsoft.com/sharepoint/v3" xmlns:ns2="1a4d292e-883c-434b-96e3-060cfff16c86" xmlns:ns3="261e89ff-f3b6-415a-bf81-c718d41257f2" targetNamespace="http://schemas.microsoft.com/office/2006/metadata/properties" ma:root="true" ma:fieldsID="731c4ed7a31beeed97514225e3be49ee" ns1:_="" ns2:_="" ns3:_="">
    <xsd:import namespace="http://schemas.microsoft.com/sharepoint/v3"/>
    <xsd:import namespace="1a4d292e-883c-434b-96e3-060cfff16c86"/>
    <xsd:import namespace="261e89ff-f3b6-415a-bf81-c718d41257f2"/>
    <xsd:element name="properties">
      <xsd:complexType>
        <xsd:sequence>
          <xsd:element name="documentManagement">
            <xsd:complexType>
              <xsd:all>
                <xsd:element ref="ns2:TaxCatchAll" minOccurs="0"/>
                <xsd:element ref="ns2:TaxCatchAllLabel" minOccurs="0"/>
                <xsd:element ref="ns1:_dlc_Exempt" minOccurs="0"/>
                <xsd:element ref="ns1:_dlc_ExpireDateSaved" minOccurs="0"/>
                <xsd:element ref="ns1:_dlc_ExpireDate" minOccurs="0"/>
                <xsd:element ref="ns3:MediaServiceMetadata" minOccurs="0"/>
                <xsd:element ref="ns3:MediaServiceFastMetadata"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0" nillable="true" ma:displayName="Exempt from Policy" ma:hidden="true" ma:internalName="_dlc_Exempt" ma:readOnly="false">
      <xsd:simpleType>
        <xsd:restriction base="dms:Unknown"/>
      </xsd:simpleType>
    </xsd:element>
    <xsd:element name="_dlc_ExpireDateSaved" ma:index="11" nillable="true" ma:displayName="Original Expiration Date" ma:hidden="true" ma:internalName="_dlc_ExpireDateSaved" ma:readOnly="false">
      <xsd:simpleType>
        <xsd:restriction base="dms:DateTime"/>
      </xsd:simpleType>
    </xsd:element>
    <xsd:element name="_dlc_ExpireDate" ma:index="12" nillable="true" ma:displayName="Expiration Date" ma:hidden="true" ma:internalName="_dlc_ExpireDate"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a4d292e-883c-434b-96e3-060cfff16c86"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54281ae7-19c6-4a5b-afb7-91fe512fea80}" ma:internalName="TaxCatchAll" ma:showField="CatchAllData" ma:web="75ceefa8-d16c-4705-a132-89ef48756435">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54281ae7-19c6-4a5b-afb7-91fe512fea80}" ma:internalName="TaxCatchAllLabel" ma:readOnly="true" ma:showField="CatchAllDataLabel" ma:web="75ceefa8-d16c-4705-a132-89ef4875643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61e89ff-f3b6-415a-bf81-c718d41257f2"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a4d292e-883c-434b-96e3-060cfff16c86" xsi:nil="true"/>
    <_dlc_ExpireDateSaved xmlns="http://schemas.microsoft.com/sharepoint/v3" xsi:nil="true"/>
    <_dlc_ExpireDate xmlns="http://schemas.microsoft.com/sharepoint/v3" xsi:nil="true"/>
    <_dlc_Exempt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7bc43322-b630-4bac-8b27-31def233d1d0" ContentTypeId="0x0101" PreviousValue="false" LastSyncTimeStamp="2020-06-15T17:53:05.723Z"/>
</file>

<file path=customXml/itemProps1.xml><?xml version="1.0" encoding="utf-8"?>
<ds:datastoreItem xmlns:ds="http://schemas.openxmlformats.org/officeDocument/2006/customXml" ds:itemID="{4F892E02-2B69-4987-B3CC-91B895B55F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a4d292e-883c-434b-96e3-060cfff16c86"/>
    <ds:schemaRef ds:uri="261e89ff-f3b6-415a-bf81-c718d41257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E77071-3817-44E0-871F-6D97B47E64E6}">
  <ds:schemaRefs>
    <ds:schemaRef ds:uri="55340c19-aa12-4256-a70d-028f17c77cc6"/>
    <ds:schemaRef ds:uri="819fb0ab-977a-4201-91b1-59bc05fd6492"/>
    <ds:schemaRef ds:uri="e0870172-baf8-48d1-81be-55ad01b40ed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1a4d292e-883c-434b-96e3-060cfff16c86"/>
    <ds:schemaRef ds:uri="http://schemas.microsoft.com/sharepoint/v3"/>
  </ds:schemaRefs>
</ds:datastoreItem>
</file>

<file path=customXml/itemProps3.xml><?xml version="1.0" encoding="utf-8"?>
<ds:datastoreItem xmlns:ds="http://schemas.openxmlformats.org/officeDocument/2006/customXml" ds:itemID="{60651DD2-96E0-49C6-AA9A-9881AA9C3447}">
  <ds:schemaRefs>
    <ds:schemaRef ds:uri="http://schemas.microsoft.com/sharepoint/v3/contenttype/forms"/>
  </ds:schemaRefs>
</ds:datastoreItem>
</file>

<file path=customXml/itemProps4.xml><?xml version="1.0" encoding="utf-8"?>
<ds:datastoreItem xmlns:ds="http://schemas.openxmlformats.org/officeDocument/2006/customXml" ds:itemID="{2DDC270B-C981-41F0-A54F-C9BA7693146C}">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
  <TotalTime>0</TotalTime>
  <Words>480</Words>
  <Application>Microsoft Office PowerPoint</Application>
  <PresentationFormat>宽屏</PresentationFormat>
  <Paragraphs>63</Paragraphs>
  <Slides>7</Slides>
  <Notes>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7</vt:i4>
      </vt:variant>
    </vt:vector>
  </HeadingPairs>
  <TitlesOfParts>
    <vt:vector size="19" baseType="lpstr">
      <vt:lpstr>Avenir Next</vt:lpstr>
      <vt:lpstr>Noto Sans Symbols</vt:lpstr>
      <vt:lpstr>Aptos</vt:lpstr>
      <vt:lpstr>Arial</vt:lpstr>
      <vt:lpstr>Arial Black</vt:lpstr>
      <vt:lpstr>Arial Narrow</vt:lpstr>
      <vt:lpstr>Avenir Next LT Pro</vt:lpstr>
      <vt:lpstr>Calibri</vt:lpstr>
      <vt:lpstr>Tahoma</vt:lpstr>
      <vt:lpstr>3_APEX 2024</vt:lpstr>
      <vt:lpstr>4_APEX 2024</vt:lpstr>
      <vt:lpstr>think-cell Slide</vt:lpstr>
      <vt:lpstr>APEX China Clinical Decision Making in mHSPC: Patient-specific factor for treatment selection </vt:lpstr>
      <vt:lpstr>Current Evidence in mHSPC Treatment: Systemic Therapies and Local Interventions</vt:lpstr>
      <vt:lpstr>Disclosures</vt:lpstr>
      <vt:lpstr>Diagnosis of mHSPC</vt:lpstr>
      <vt:lpstr>Poll Question</vt:lpstr>
      <vt:lpstr>PowerPoint 演示文稿</vt:lpstr>
      <vt:lpstr>The Prevalence of Underdosing in Real-World Practice Varies Between ARIs, Potentially Impacting Effectiveness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Viktorija Zalnerauskaite</dc:creator>
  <cp:lastModifiedBy>Haishui Gui</cp:lastModifiedBy>
  <cp:revision>7</cp:revision>
  <dcterms:created xsi:type="dcterms:W3CDTF">2023-11-23T14:54:13Z</dcterms:created>
  <dcterms:modified xsi:type="dcterms:W3CDTF">2026-09-09T10:16:13Z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0x010100C006F9621395B14C9EB1442B34912043</vt:lpwstr>
  </property>
  <property fmtid="{D5CDD505-2E9C-101B-9397-08002B2CF9AE}" pid="3" name="MediaServiceImageTags">
    <vt:lpwstr/>
  </property>
  <property fmtid="{D5CDD505-2E9C-101B-9397-08002B2CF9AE}" pid="4" name="MSIP_Label_2c76c141-ac86-40e5-abf2-c6f60e474cee_Enabled">
    <vt:lpwstr>true</vt:lpwstr>
  </property>
  <property fmtid="{D5CDD505-2E9C-101B-9397-08002B2CF9AE}" pid="5" name="MSIP_Label_2c76c141-ac86-40e5-abf2-c6f60e474cee_SetDate">
    <vt:lpwstr>2023-12-08T17:20:24Z</vt:lpwstr>
  </property>
  <property fmtid="{D5CDD505-2E9C-101B-9397-08002B2CF9AE}" pid="6" name="MSIP_Label_2c76c141-ac86-40e5-abf2-c6f60e474cee_Method">
    <vt:lpwstr>Standard</vt:lpwstr>
  </property>
  <property fmtid="{D5CDD505-2E9C-101B-9397-08002B2CF9AE}" pid="7" name="MSIP_Label_2c76c141-ac86-40e5-abf2-c6f60e474cee_Name">
    <vt:lpwstr>2c76c141-ac86-40e5-abf2-c6f60e474cee</vt:lpwstr>
  </property>
  <property fmtid="{D5CDD505-2E9C-101B-9397-08002B2CF9AE}" pid="8" name="MSIP_Label_2c76c141-ac86-40e5-abf2-c6f60e474cee_SiteId">
    <vt:lpwstr>fcb2b37b-5da0-466b-9b83-0014b67a7c78</vt:lpwstr>
  </property>
  <property fmtid="{D5CDD505-2E9C-101B-9397-08002B2CF9AE}" pid="9" name="MSIP_Label_2c76c141-ac86-40e5-abf2-c6f60e474cee_ActionId">
    <vt:lpwstr>7008e60c-3031-4a99-bb7a-9e06fadd813d</vt:lpwstr>
  </property>
  <property fmtid="{D5CDD505-2E9C-101B-9397-08002B2CF9AE}" pid="10" name="MSIP_Label_2c76c141-ac86-40e5-abf2-c6f60e474cee_ContentBits">
    <vt:lpwstr>2</vt:lpwstr>
  </property>
  <property fmtid="{D5CDD505-2E9C-101B-9397-08002B2CF9AE}" pid="11" name="ClassificationContentMarkingFooterLocations">
    <vt:lpwstr>APEX 2024:8</vt:lpwstr>
  </property>
  <property fmtid="{D5CDD505-2E9C-101B-9397-08002B2CF9AE}" pid="12" name="ClassificationContentMarkingFooterText">
    <vt:lpwstr>RESTRICTED</vt:lpwstr>
  </property>
</Properties>
</file>